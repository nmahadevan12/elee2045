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5" r:id="rId7"/>
    <p:sldId id="264" r:id="rId8"/>
    <p:sldId id="263" r:id="rId9"/>
    <p:sldId id="269" r:id="rId10"/>
    <p:sldId id="262" r:id="rId11"/>
    <p:sldId id="268"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66FE31-7085-438F-B639-4FD30922E2C1}" v="23" dt="2026-01-11T23:59:10.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J Johnsen" userId="dd73adbd-5351-478d-821b-56868881e8c0" providerId="ADAL" clId="{FD55B928-8FF4-41B3-8EDD-B28A23CAEE1F}"/>
    <pc:docChg chg="undo custSel delSld modSld sldOrd">
      <pc:chgData name="Kyle J Johnsen" userId="dd73adbd-5351-478d-821b-56868881e8c0" providerId="ADAL" clId="{FD55B928-8FF4-41B3-8EDD-B28A23CAEE1F}" dt="2026-01-12T00:08:32.997" v="4154" actId="113"/>
      <pc:docMkLst>
        <pc:docMk/>
      </pc:docMkLst>
      <pc:sldChg chg="modSp mod">
        <pc:chgData name="Kyle J Johnsen" userId="dd73adbd-5351-478d-821b-56868881e8c0" providerId="ADAL" clId="{FD55B928-8FF4-41B3-8EDD-B28A23CAEE1F}" dt="2026-01-11T19:53:05.467" v="214" actId="20577"/>
        <pc:sldMkLst>
          <pc:docMk/>
          <pc:sldMk cId="2031311424" sldId="259"/>
        </pc:sldMkLst>
        <pc:spChg chg="mod">
          <ac:chgData name="Kyle J Johnsen" userId="dd73adbd-5351-478d-821b-56868881e8c0" providerId="ADAL" clId="{FD55B928-8FF4-41B3-8EDD-B28A23CAEE1F}" dt="2026-01-11T19:53:05.467" v="214" actId="20577"/>
          <ac:spMkLst>
            <pc:docMk/>
            <pc:sldMk cId="2031311424" sldId="259"/>
            <ac:spMk id="3" creationId="{610ED89B-2C38-B4A0-EDAC-653CE547C925}"/>
          </ac:spMkLst>
        </pc:spChg>
      </pc:sldChg>
      <pc:sldChg chg="modSp mod">
        <pc:chgData name="Kyle J Johnsen" userId="dd73adbd-5351-478d-821b-56868881e8c0" providerId="ADAL" clId="{FD55B928-8FF4-41B3-8EDD-B28A23CAEE1F}" dt="2026-01-11T23:47:21.578" v="2629" actId="20577"/>
        <pc:sldMkLst>
          <pc:docMk/>
          <pc:sldMk cId="967702990" sldId="260"/>
        </pc:sldMkLst>
        <pc:spChg chg="mod">
          <ac:chgData name="Kyle J Johnsen" userId="dd73adbd-5351-478d-821b-56868881e8c0" providerId="ADAL" clId="{FD55B928-8FF4-41B3-8EDD-B28A23CAEE1F}" dt="2026-01-11T23:47:21.578" v="2629" actId="20577"/>
          <ac:spMkLst>
            <pc:docMk/>
            <pc:sldMk cId="967702990" sldId="260"/>
            <ac:spMk id="3" creationId="{B42BF0F7-D5C1-7340-E98D-69CCB0508DE9}"/>
          </ac:spMkLst>
        </pc:spChg>
      </pc:sldChg>
      <pc:sldChg chg="modSp mod">
        <pc:chgData name="Kyle J Johnsen" userId="dd73adbd-5351-478d-821b-56868881e8c0" providerId="ADAL" clId="{FD55B928-8FF4-41B3-8EDD-B28A23CAEE1F}" dt="2026-01-12T00:05:04.763" v="3637" actId="20577"/>
        <pc:sldMkLst>
          <pc:docMk/>
          <pc:sldMk cId="2451735577" sldId="262"/>
        </pc:sldMkLst>
        <pc:spChg chg="mod">
          <ac:chgData name="Kyle J Johnsen" userId="dd73adbd-5351-478d-821b-56868881e8c0" providerId="ADAL" clId="{FD55B928-8FF4-41B3-8EDD-B28A23CAEE1F}" dt="2026-01-11T23:49:23.253" v="2630" actId="20577"/>
          <ac:spMkLst>
            <pc:docMk/>
            <pc:sldMk cId="2451735577" sldId="262"/>
            <ac:spMk id="2" creationId="{A2F7FA0F-F447-43DB-ED7A-91E55AD56572}"/>
          </ac:spMkLst>
        </pc:spChg>
        <pc:spChg chg="mod">
          <ac:chgData name="Kyle J Johnsen" userId="dd73adbd-5351-478d-821b-56868881e8c0" providerId="ADAL" clId="{FD55B928-8FF4-41B3-8EDD-B28A23CAEE1F}" dt="2026-01-12T00:05:04.763" v="3637" actId="20577"/>
          <ac:spMkLst>
            <pc:docMk/>
            <pc:sldMk cId="2451735577" sldId="262"/>
            <ac:spMk id="3" creationId="{B02B30F3-B048-3F78-DCFB-A25297491E4E}"/>
          </ac:spMkLst>
        </pc:spChg>
      </pc:sldChg>
      <pc:sldChg chg="modSp mod">
        <pc:chgData name="Kyle J Johnsen" userId="dd73adbd-5351-478d-821b-56868881e8c0" providerId="ADAL" clId="{FD55B928-8FF4-41B3-8EDD-B28A23CAEE1F}" dt="2026-01-11T23:53:20.977" v="3132" actId="27636"/>
        <pc:sldMkLst>
          <pc:docMk/>
          <pc:sldMk cId="17130460" sldId="263"/>
        </pc:sldMkLst>
        <pc:spChg chg="mod">
          <ac:chgData name="Kyle J Johnsen" userId="dd73adbd-5351-478d-821b-56868881e8c0" providerId="ADAL" clId="{FD55B928-8FF4-41B3-8EDD-B28A23CAEE1F}" dt="2026-01-11T23:53:20.977" v="3132" actId="27636"/>
          <ac:spMkLst>
            <pc:docMk/>
            <pc:sldMk cId="17130460" sldId="263"/>
            <ac:spMk id="3" creationId="{9D87F5AF-3E3F-C8D4-B93C-244CFBE23341}"/>
          </ac:spMkLst>
        </pc:spChg>
      </pc:sldChg>
      <pc:sldChg chg="addSp delSp modSp mod">
        <pc:chgData name="Kyle J Johnsen" userId="dd73adbd-5351-478d-821b-56868881e8c0" providerId="ADAL" clId="{FD55B928-8FF4-41B3-8EDD-B28A23CAEE1F}" dt="2026-01-11T21:15:44.934" v="1871" actId="20577"/>
        <pc:sldMkLst>
          <pc:docMk/>
          <pc:sldMk cId="2641203551" sldId="264"/>
        </pc:sldMkLst>
        <pc:spChg chg="mod">
          <ac:chgData name="Kyle J Johnsen" userId="dd73adbd-5351-478d-821b-56868881e8c0" providerId="ADAL" clId="{FD55B928-8FF4-41B3-8EDD-B28A23CAEE1F}" dt="2026-01-11T21:15:44.934" v="1871" actId="20577"/>
          <ac:spMkLst>
            <pc:docMk/>
            <pc:sldMk cId="2641203551" sldId="264"/>
            <ac:spMk id="3" creationId="{CFC76B6D-175B-65A7-63C2-06353E6914A4}"/>
          </ac:spMkLst>
        </pc:spChg>
        <pc:picChg chg="add mod">
          <ac:chgData name="Kyle J Johnsen" userId="dd73adbd-5351-478d-821b-56868881e8c0" providerId="ADAL" clId="{FD55B928-8FF4-41B3-8EDD-B28A23CAEE1F}" dt="2026-01-11T20:08:06.266" v="1198" actId="1076"/>
          <ac:picMkLst>
            <pc:docMk/>
            <pc:sldMk cId="2641203551" sldId="264"/>
            <ac:picMk id="4" creationId="{A38B2548-0518-7816-1AF5-B27133658226}"/>
          </ac:picMkLst>
        </pc:picChg>
        <pc:picChg chg="del">
          <ac:chgData name="Kyle J Johnsen" userId="dd73adbd-5351-478d-821b-56868881e8c0" providerId="ADAL" clId="{FD55B928-8FF4-41B3-8EDD-B28A23CAEE1F}" dt="2026-01-11T20:07:55.240" v="1192" actId="478"/>
          <ac:picMkLst>
            <pc:docMk/>
            <pc:sldMk cId="2641203551" sldId="264"/>
            <ac:picMk id="1026" creationId="{61ABE98B-7503-FF73-367D-79528C3229F5}"/>
          </ac:picMkLst>
        </pc:picChg>
        <pc:picChg chg="add mod">
          <ac:chgData name="Kyle J Johnsen" userId="dd73adbd-5351-478d-821b-56868881e8c0" providerId="ADAL" clId="{FD55B928-8FF4-41B3-8EDD-B28A23CAEE1F}" dt="2026-01-11T20:09:22.700" v="1203" actId="1076"/>
          <ac:picMkLst>
            <pc:docMk/>
            <pc:sldMk cId="2641203551" sldId="264"/>
            <ac:picMk id="1028" creationId="{3A65CA8B-C794-E627-FBBD-E84D015CBF7D}"/>
          </ac:picMkLst>
        </pc:picChg>
      </pc:sldChg>
      <pc:sldChg chg="delSp modSp mod">
        <pc:chgData name="Kyle J Johnsen" userId="dd73adbd-5351-478d-821b-56868881e8c0" providerId="ADAL" clId="{FD55B928-8FF4-41B3-8EDD-B28A23CAEE1F}" dt="2026-01-11T19:58:09.753" v="984" actId="20577"/>
        <pc:sldMkLst>
          <pc:docMk/>
          <pc:sldMk cId="3659019390" sldId="265"/>
        </pc:sldMkLst>
        <pc:spChg chg="mod">
          <ac:chgData name="Kyle J Johnsen" userId="dd73adbd-5351-478d-821b-56868881e8c0" providerId="ADAL" clId="{FD55B928-8FF4-41B3-8EDD-B28A23CAEE1F}" dt="2026-01-11T19:58:09.753" v="984" actId="20577"/>
          <ac:spMkLst>
            <pc:docMk/>
            <pc:sldMk cId="3659019390" sldId="265"/>
            <ac:spMk id="3" creationId="{596E3257-204A-5FC3-4121-5AF4F0B467BD}"/>
          </ac:spMkLst>
        </pc:spChg>
        <pc:picChg chg="del">
          <ac:chgData name="Kyle J Johnsen" userId="dd73adbd-5351-478d-821b-56868881e8c0" providerId="ADAL" clId="{FD55B928-8FF4-41B3-8EDD-B28A23CAEE1F}" dt="2026-01-11T19:57:53.001" v="978" actId="478"/>
          <ac:picMkLst>
            <pc:docMk/>
            <pc:sldMk cId="3659019390" sldId="265"/>
            <ac:picMk id="2050" creationId="{3788F6EF-67EA-7850-05EA-67ECE37F6ACE}"/>
          </ac:picMkLst>
        </pc:picChg>
        <pc:picChg chg="mod">
          <ac:chgData name="Kyle J Johnsen" userId="dd73adbd-5351-478d-821b-56868881e8c0" providerId="ADAL" clId="{FD55B928-8FF4-41B3-8EDD-B28A23CAEE1F}" dt="2026-01-11T19:57:59.300" v="981" actId="1076"/>
          <ac:picMkLst>
            <pc:docMk/>
            <pc:sldMk cId="3659019390" sldId="265"/>
            <ac:picMk id="2052" creationId="{5CF5A61D-5FE9-4150-0D16-CF2180A3BECE}"/>
          </ac:picMkLst>
        </pc:picChg>
        <pc:picChg chg="mod">
          <ac:chgData name="Kyle J Johnsen" userId="dd73adbd-5351-478d-821b-56868881e8c0" providerId="ADAL" clId="{FD55B928-8FF4-41B3-8EDD-B28A23CAEE1F}" dt="2026-01-11T19:57:57.622" v="980" actId="1076"/>
          <ac:picMkLst>
            <pc:docMk/>
            <pc:sldMk cId="3659019390" sldId="265"/>
            <ac:picMk id="2056" creationId="{ADFDD47B-FE2C-5E26-7D15-9939111C1F20}"/>
          </ac:picMkLst>
        </pc:picChg>
      </pc:sldChg>
      <pc:sldChg chg="modSp mod">
        <pc:chgData name="Kyle J Johnsen" userId="dd73adbd-5351-478d-821b-56868881e8c0" providerId="ADAL" clId="{FD55B928-8FF4-41B3-8EDD-B28A23CAEE1F}" dt="2026-01-11T23:55:45.382" v="3275" actId="20577"/>
        <pc:sldMkLst>
          <pc:docMk/>
          <pc:sldMk cId="1695118292" sldId="266"/>
        </pc:sldMkLst>
        <pc:spChg chg="mod">
          <ac:chgData name="Kyle J Johnsen" userId="dd73adbd-5351-478d-821b-56868881e8c0" providerId="ADAL" clId="{FD55B928-8FF4-41B3-8EDD-B28A23CAEE1F}" dt="2026-01-11T23:55:45.382" v="3275" actId="20577"/>
          <ac:spMkLst>
            <pc:docMk/>
            <pc:sldMk cId="1695118292" sldId="266"/>
            <ac:spMk id="2" creationId="{337C5E40-B97F-08FE-1F0D-FEF079C0F435}"/>
          </ac:spMkLst>
        </pc:spChg>
        <pc:spChg chg="mod">
          <ac:chgData name="Kyle J Johnsen" userId="dd73adbd-5351-478d-821b-56868881e8c0" providerId="ADAL" clId="{FD55B928-8FF4-41B3-8EDD-B28A23CAEE1F}" dt="2026-01-11T23:55:41.085" v="3264" actId="113"/>
          <ac:spMkLst>
            <pc:docMk/>
            <pc:sldMk cId="1695118292" sldId="266"/>
            <ac:spMk id="3" creationId="{328EBCDB-CF3F-7C04-29BD-01941C88AC0E}"/>
          </ac:spMkLst>
        </pc:spChg>
      </pc:sldChg>
      <pc:sldChg chg="addSp delSp modSp mod">
        <pc:chgData name="Kyle J Johnsen" userId="dd73adbd-5351-478d-821b-56868881e8c0" providerId="ADAL" clId="{FD55B928-8FF4-41B3-8EDD-B28A23CAEE1F}" dt="2026-01-12T00:04:16.230" v="3556" actId="27636"/>
        <pc:sldMkLst>
          <pc:docMk/>
          <pc:sldMk cId="1547597078" sldId="267"/>
        </pc:sldMkLst>
        <pc:spChg chg="mod">
          <ac:chgData name="Kyle J Johnsen" userId="dd73adbd-5351-478d-821b-56868881e8c0" providerId="ADAL" clId="{FD55B928-8FF4-41B3-8EDD-B28A23CAEE1F}" dt="2026-01-12T00:04:16.230" v="3556" actId="27636"/>
          <ac:spMkLst>
            <pc:docMk/>
            <pc:sldMk cId="1547597078" sldId="267"/>
            <ac:spMk id="3" creationId="{5D94AC7F-1F5D-49ED-6EF2-C3EA99749B14}"/>
          </ac:spMkLst>
        </pc:spChg>
        <pc:picChg chg="add del">
          <ac:chgData name="Kyle J Johnsen" userId="dd73adbd-5351-478d-821b-56868881e8c0" providerId="ADAL" clId="{FD55B928-8FF4-41B3-8EDD-B28A23CAEE1F}" dt="2026-01-11T23:57:43.324" v="3278" actId="478"/>
          <ac:picMkLst>
            <pc:docMk/>
            <pc:sldMk cId="1547597078" sldId="267"/>
            <ac:picMk id="4" creationId="{E12DFAB8-2261-2231-DE57-FC7294C7555B}"/>
          </ac:picMkLst>
        </pc:picChg>
        <pc:picChg chg="add mod">
          <ac:chgData name="Kyle J Johnsen" userId="dd73adbd-5351-478d-821b-56868881e8c0" providerId="ADAL" clId="{FD55B928-8FF4-41B3-8EDD-B28A23CAEE1F}" dt="2026-01-11T23:57:47.041" v="3281" actId="1076"/>
          <ac:picMkLst>
            <pc:docMk/>
            <pc:sldMk cId="1547597078" sldId="267"/>
            <ac:picMk id="2050" creationId="{4A9C322D-32C6-7B97-FA6F-86B8E4952047}"/>
          </ac:picMkLst>
        </pc:picChg>
      </pc:sldChg>
      <pc:sldChg chg="modSp mod">
        <pc:chgData name="Kyle J Johnsen" userId="dd73adbd-5351-478d-821b-56868881e8c0" providerId="ADAL" clId="{FD55B928-8FF4-41B3-8EDD-B28A23CAEE1F}" dt="2026-01-12T00:08:32.997" v="4154" actId="113"/>
        <pc:sldMkLst>
          <pc:docMk/>
          <pc:sldMk cId="3432477144" sldId="268"/>
        </pc:sldMkLst>
        <pc:spChg chg="mod">
          <ac:chgData name="Kyle J Johnsen" userId="dd73adbd-5351-478d-821b-56868881e8c0" providerId="ADAL" clId="{FD55B928-8FF4-41B3-8EDD-B28A23CAEE1F}" dt="2026-01-11T23:52:11.542" v="3004" actId="20577"/>
          <ac:spMkLst>
            <pc:docMk/>
            <pc:sldMk cId="3432477144" sldId="268"/>
            <ac:spMk id="2" creationId="{C3B950A0-9017-C4BF-AAE4-C32BBECCA92A}"/>
          </ac:spMkLst>
        </pc:spChg>
        <pc:spChg chg="mod">
          <ac:chgData name="Kyle J Johnsen" userId="dd73adbd-5351-478d-821b-56868881e8c0" providerId="ADAL" clId="{FD55B928-8FF4-41B3-8EDD-B28A23CAEE1F}" dt="2026-01-12T00:08:32.997" v="4154" actId="113"/>
          <ac:spMkLst>
            <pc:docMk/>
            <pc:sldMk cId="3432477144" sldId="268"/>
            <ac:spMk id="3" creationId="{A73832E8-C398-6993-0972-38B5367F2675}"/>
          </ac:spMkLst>
        </pc:spChg>
      </pc:sldChg>
      <pc:sldChg chg="modSp mod">
        <pc:chgData name="Kyle J Johnsen" userId="dd73adbd-5351-478d-821b-56868881e8c0" providerId="ADAL" clId="{FD55B928-8FF4-41B3-8EDD-B28A23CAEE1F}" dt="2026-01-11T23:47:02.550" v="2588" actId="20577"/>
        <pc:sldMkLst>
          <pc:docMk/>
          <pc:sldMk cId="1239484104" sldId="269"/>
        </pc:sldMkLst>
        <pc:spChg chg="mod">
          <ac:chgData name="Kyle J Johnsen" userId="dd73adbd-5351-478d-821b-56868881e8c0" providerId="ADAL" clId="{FD55B928-8FF4-41B3-8EDD-B28A23CAEE1F}" dt="2026-01-11T23:47:02.550" v="2588" actId="20577"/>
          <ac:spMkLst>
            <pc:docMk/>
            <pc:sldMk cId="1239484104" sldId="269"/>
            <ac:spMk id="2" creationId="{3376461E-1833-E648-DA10-30EE7D06E862}"/>
          </ac:spMkLst>
        </pc:spChg>
      </pc:sldChg>
      <pc:sldChg chg="del ord">
        <pc:chgData name="Kyle J Johnsen" userId="dd73adbd-5351-478d-821b-56868881e8c0" providerId="ADAL" clId="{FD55B928-8FF4-41B3-8EDD-B28A23CAEE1F}" dt="2026-01-12T00:05:27.203" v="3640" actId="47"/>
        <pc:sldMkLst>
          <pc:docMk/>
          <pc:sldMk cId="49130469"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330E1-AE25-C01F-291F-2217330C02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B4C556-23A1-9CC2-5257-5D0FC45335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440A27-2A0D-57EA-95AD-0B25FF044F29}"/>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5" name="Footer Placeholder 4">
            <a:extLst>
              <a:ext uri="{FF2B5EF4-FFF2-40B4-BE49-F238E27FC236}">
                <a16:creationId xmlns:a16="http://schemas.microsoft.com/office/drawing/2014/main" id="{BF918EA7-4904-5F09-7B5F-B7192B2664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2A1D4A-26E0-2240-33A8-492A28B08759}"/>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2677092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A7EE9-E17A-DBA8-0447-F581018947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15532D-9A35-A0AA-75FB-569BA74F7C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3CFBC-1398-F546-3B87-B1C3F51C3CDF}"/>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5" name="Footer Placeholder 4">
            <a:extLst>
              <a:ext uri="{FF2B5EF4-FFF2-40B4-BE49-F238E27FC236}">
                <a16:creationId xmlns:a16="http://schemas.microsoft.com/office/drawing/2014/main" id="{CAD94BA5-EA46-D098-33E7-8BC618524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16A18E-2DE9-974D-00A3-618B0AF23499}"/>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2040983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8E045-D22C-DD1C-5728-78D6F3AA2B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5FD887-62B5-DF8E-8DA6-F2BFE50EA7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14C3A8-66C8-DF11-33AE-87203386849B}"/>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5" name="Footer Placeholder 4">
            <a:extLst>
              <a:ext uri="{FF2B5EF4-FFF2-40B4-BE49-F238E27FC236}">
                <a16:creationId xmlns:a16="http://schemas.microsoft.com/office/drawing/2014/main" id="{CFC2226E-D789-7DE9-A872-C62A54F41D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3FE2D-745E-9D3D-C18C-C7BC98CF6CCC}"/>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631916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E74D-75C0-107C-2C01-F9E1A57BEE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8DA43E-3235-6BAC-34CE-D9FBED507B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ED1FBA-4EB3-2B30-8FF3-DFAF2D3F06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A1BD32-DDE0-D565-6772-779473D07D5F}"/>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6" name="Footer Placeholder 5">
            <a:extLst>
              <a:ext uri="{FF2B5EF4-FFF2-40B4-BE49-F238E27FC236}">
                <a16:creationId xmlns:a16="http://schemas.microsoft.com/office/drawing/2014/main" id="{230B1EC9-449E-0072-17FE-40982F4DE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95C0F-BA07-DFA8-829D-382EA5178D4D}"/>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1865653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EEAD3-857D-F588-C7A1-E7AB77E696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BCA60A-6E82-B657-4C0E-EE3785951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81B241-29A2-0974-B756-CA131A05F0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2FB99B-B6F8-D50A-1F7A-D722BCF7DC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886A11-6123-3E6C-A5E6-B658C97C02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8C7AE0-240E-646E-947D-3702AA2EE675}"/>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8" name="Footer Placeholder 7">
            <a:extLst>
              <a:ext uri="{FF2B5EF4-FFF2-40B4-BE49-F238E27FC236}">
                <a16:creationId xmlns:a16="http://schemas.microsoft.com/office/drawing/2014/main" id="{B9684C14-FFB9-0E92-2B63-BD8690536F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6AA3C2-7885-FBA9-3E9B-581C42ACE52A}"/>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3223544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3F646-CE42-EA64-3F24-19D5BB1A37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281EA8-FD2A-917D-EA1F-FA6388F06ED5}"/>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4" name="Footer Placeholder 3">
            <a:extLst>
              <a:ext uri="{FF2B5EF4-FFF2-40B4-BE49-F238E27FC236}">
                <a16:creationId xmlns:a16="http://schemas.microsoft.com/office/drawing/2014/main" id="{02E20771-ACAE-745C-B4AA-4A29C38854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6D8C1F-F903-7CC6-F8CB-CE06541070F8}"/>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104613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EB5C3E-9802-A1B0-7516-F471082DB349}"/>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3" name="Footer Placeholder 2">
            <a:extLst>
              <a:ext uri="{FF2B5EF4-FFF2-40B4-BE49-F238E27FC236}">
                <a16:creationId xmlns:a16="http://schemas.microsoft.com/office/drawing/2014/main" id="{23A2300B-1DD8-3C68-65A8-2FB6C584BA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2BB465-7565-9427-F6BF-0A3B40267575}"/>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804056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B2F9-311A-388D-3AD2-3CEDC5BADF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C1FC1E-7BF9-840B-B13C-809B80E7D4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373581-A22D-07AF-0A28-7F023F6BC3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11031-1E30-8624-E780-5CAE3A99FB51}"/>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6" name="Footer Placeholder 5">
            <a:extLst>
              <a:ext uri="{FF2B5EF4-FFF2-40B4-BE49-F238E27FC236}">
                <a16:creationId xmlns:a16="http://schemas.microsoft.com/office/drawing/2014/main" id="{DE87D93D-8BCE-AB34-B236-E55323413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502853-FBCB-9F3F-E954-1C6BE7104C03}"/>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3746745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85182-B0F8-BB97-B9AB-2D33C34C8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B32CCE-7F81-15DA-DB3D-E133A7CE91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F9E79D-5030-2589-1F5A-2B2586B556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4A659-6C1F-2700-E269-E4FA2A55B554}"/>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6" name="Footer Placeholder 5">
            <a:extLst>
              <a:ext uri="{FF2B5EF4-FFF2-40B4-BE49-F238E27FC236}">
                <a16:creationId xmlns:a16="http://schemas.microsoft.com/office/drawing/2014/main" id="{696C133F-2891-E954-7028-32E7A0136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FAA4C5-06B4-6445-C10E-49F66462A103}"/>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69670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451D9-E763-2977-375E-CCA83ECEE6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3E3F53-DD1E-9871-93DD-3C75F544EA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8A858C-1951-ED1B-E2E9-4B9BE0B2889D}"/>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5" name="Footer Placeholder 4">
            <a:extLst>
              <a:ext uri="{FF2B5EF4-FFF2-40B4-BE49-F238E27FC236}">
                <a16:creationId xmlns:a16="http://schemas.microsoft.com/office/drawing/2014/main" id="{7CE8BCCD-1F2E-989B-7B26-B621C3FCC8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6DC44-CFFD-A8D9-5AEF-38166834467E}"/>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1726747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9C7061-C50A-D2DE-2374-F49A581A99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1D8454-A60A-9EE6-9EBF-48C635797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B0AD61-9F90-3D95-973B-429DB6255B31}"/>
              </a:ext>
            </a:extLst>
          </p:cNvPr>
          <p:cNvSpPr>
            <a:spLocks noGrp="1"/>
          </p:cNvSpPr>
          <p:nvPr>
            <p:ph type="dt" sz="half" idx="10"/>
          </p:nvPr>
        </p:nvSpPr>
        <p:spPr/>
        <p:txBody>
          <a:bodyPr/>
          <a:lstStyle/>
          <a:p>
            <a:fld id="{27E054F8-FB18-44B8-B686-CEEF55E53FB2}" type="datetimeFigureOut">
              <a:rPr lang="en-US" smtClean="0"/>
              <a:t>1/11/2026</a:t>
            </a:fld>
            <a:endParaRPr lang="en-US"/>
          </a:p>
        </p:txBody>
      </p:sp>
      <p:sp>
        <p:nvSpPr>
          <p:cNvPr id="5" name="Footer Placeholder 4">
            <a:extLst>
              <a:ext uri="{FF2B5EF4-FFF2-40B4-BE49-F238E27FC236}">
                <a16:creationId xmlns:a16="http://schemas.microsoft.com/office/drawing/2014/main" id="{085B05F2-2796-7B95-E2F2-63081A1237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81D1C-44DE-C476-2FD6-E57754C2F243}"/>
              </a:ext>
            </a:extLst>
          </p:cNvPr>
          <p:cNvSpPr>
            <a:spLocks noGrp="1"/>
          </p:cNvSpPr>
          <p:nvPr>
            <p:ph type="sldNum" sz="quarter" idx="12"/>
          </p:nvPr>
        </p:nvSpPr>
        <p:spPr/>
        <p:txBody>
          <a:bodyPr/>
          <a:lstStyle/>
          <a:p>
            <a:fld id="{36F10B5C-DC0F-4114-9919-75C4E5BC22CA}" type="slidenum">
              <a:rPr lang="en-US" smtClean="0"/>
              <a:t>‹#›</a:t>
            </a:fld>
            <a:endParaRPr lang="en-US"/>
          </a:p>
        </p:txBody>
      </p:sp>
    </p:spTree>
    <p:extLst>
      <p:ext uri="{BB962C8B-B14F-4D97-AF65-F5344CB8AC3E}">
        <p14:creationId xmlns:p14="http://schemas.microsoft.com/office/powerpoint/2010/main" val="3582711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60C1-D650-EE7D-E598-A751B0BA99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98EF9E-F846-76F4-6917-E96052C7AE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0019C-9ED5-4E09-A593-B57C243D3E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E054F8-FB18-44B8-B686-CEEF55E53FB2}" type="datetimeFigureOut">
              <a:rPr lang="en-US" smtClean="0"/>
              <a:t>1/11/2026</a:t>
            </a:fld>
            <a:endParaRPr lang="en-US"/>
          </a:p>
        </p:txBody>
      </p:sp>
      <p:sp>
        <p:nvSpPr>
          <p:cNvPr id="5" name="Footer Placeholder 4">
            <a:extLst>
              <a:ext uri="{FF2B5EF4-FFF2-40B4-BE49-F238E27FC236}">
                <a16:creationId xmlns:a16="http://schemas.microsoft.com/office/drawing/2014/main" id="{0DCDBA4F-9BD3-B998-0344-8A78DE546E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C702CB-9563-506F-69EA-E6BEB3066F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F10B5C-DC0F-4114-9919-75C4E5BC22CA}" type="slidenum">
              <a:rPr lang="en-US" smtClean="0"/>
              <a:t>‹#›</a:t>
            </a:fld>
            <a:endParaRPr lang="en-US"/>
          </a:p>
        </p:txBody>
      </p:sp>
    </p:spTree>
    <p:extLst>
      <p:ext uri="{BB962C8B-B14F-4D97-AF65-F5344CB8AC3E}">
        <p14:creationId xmlns:p14="http://schemas.microsoft.com/office/powerpoint/2010/main" val="3272100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mailto:kjohnsen@uga.edu"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iscord.gg/Nw7j3wSak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491DE-F6F2-36C9-11D8-5DCF8D613B54}"/>
              </a:ext>
            </a:extLst>
          </p:cNvPr>
          <p:cNvSpPr>
            <a:spLocks noGrp="1"/>
          </p:cNvSpPr>
          <p:nvPr>
            <p:ph type="ctrTitle"/>
          </p:nvPr>
        </p:nvSpPr>
        <p:spPr/>
        <p:txBody>
          <a:bodyPr/>
          <a:lstStyle/>
          <a:p>
            <a:r>
              <a:rPr lang="en-US" dirty="0"/>
              <a:t>ELEE 2045</a:t>
            </a:r>
          </a:p>
        </p:txBody>
      </p:sp>
      <p:sp>
        <p:nvSpPr>
          <p:cNvPr id="3" name="Subtitle 2">
            <a:extLst>
              <a:ext uri="{FF2B5EF4-FFF2-40B4-BE49-F238E27FC236}">
                <a16:creationId xmlns:a16="http://schemas.microsoft.com/office/drawing/2014/main" id="{1F004E81-3FEE-410F-D30D-E559701605A2}"/>
              </a:ext>
            </a:extLst>
          </p:cNvPr>
          <p:cNvSpPr>
            <a:spLocks noGrp="1"/>
          </p:cNvSpPr>
          <p:nvPr>
            <p:ph type="subTitle" idx="1"/>
          </p:nvPr>
        </p:nvSpPr>
        <p:spPr>
          <a:xfrm>
            <a:off x="1524000" y="3602037"/>
            <a:ext cx="9144000" cy="2534067"/>
          </a:xfrm>
        </p:spPr>
        <p:txBody>
          <a:bodyPr>
            <a:normAutofit fontScale="92500" lnSpcReduction="10000"/>
          </a:bodyPr>
          <a:lstStyle/>
          <a:p>
            <a:r>
              <a:rPr lang="en-US" dirty="0"/>
              <a:t>Programming Application for Electrical Engineering</a:t>
            </a:r>
          </a:p>
          <a:p>
            <a:endParaRPr lang="en-US" dirty="0"/>
          </a:p>
          <a:p>
            <a:r>
              <a:rPr lang="en-US" u="sng" dirty="0"/>
              <a:t>Instructor</a:t>
            </a:r>
          </a:p>
          <a:p>
            <a:r>
              <a:rPr lang="en-US" dirty="0"/>
              <a:t>Kyle Johnsen</a:t>
            </a:r>
          </a:p>
          <a:p>
            <a:r>
              <a:rPr lang="en-US" i="1" dirty="0"/>
              <a:t>Professor, Electrical and Computer Engineering</a:t>
            </a:r>
          </a:p>
          <a:p>
            <a:r>
              <a:rPr lang="en-US" i="1" dirty="0"/>
              <a:t>Director, Georgia Informatics Institutes for Research and Education</a:t>
            </a:r>
          </a:p>
          <a:p>
            <a:endParaRPr lang="en-US" dirty="0"/>
          </a:p>
          <a:p>
            <a:endParaRPr lang="en-US" dirty="0"/>
          </a:p>
        </p:txBody>
      </p:sp>
    </p:spTree>
    <p:extLst>
      <p:ext uri="{BB962C8B-B14F-4D97-AF65-F5344CB8AC3E}">
        <p14:creationId xmlns:p14="http://schemas.microsoft.com/office/powerpoint/2010/main" val="1064969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BF3C-32AB-70F1-A5F8-7E98ED4299E7}"/>
              </a:ext>
            </a:extLst>
          </p:cNvPr>
          <p:cNvSpPr>
            <a:spLocks noGrp="1"/>
          </p:cNvSpPr>
          <p:nvPr>
            <p:ph type="title"/>
          </p:nvPr>
        </p:nvSpPr>
        <p:spPr/>
        <p:txBody>
          <a:bodyPr/>
          <a:lstStyle/>
          <a:p>
            <a:r>
              <a:rPr lang="en-US" dirty="0"/>
              <a:t>Objectives for the course</a:t>
            </a:r>
          </a:p>
        </p:txBody>
      </p:sp>
      <p:sp>
        <p:nvSpPr>
          <p:cNvPr id="3" name="Content Placeholder 2">
            <a:extLst>
              <a:ext uri="{FF2B5EF4-FFF2-40B4-BE49-F238E27FC236}">
                <a16:creationId xmlns:a16="http://schemas.microsoft.com/office/drawing/2014/main" id="{8BB50B85-65D7-A758-87CF-0DECB36252CE}"/>
              </a:ext>
            </a:extLst>
          </p:cNvPr>
          <p:cNvSpPr>
            <a:spLocks noGrp="1"/>
          </p:cNvSpPr>
          <p:nvPr>
            <p:ph idx="1"/>
          </p:nvPr>
        </p:nvSpPr>
        <p:spPr/>
        <p:txBody>
          <a:bodyPr>
            <a:normAutofit lnSpcReduction="10000"/>
          </a:bodyPr>
          <a:lstStyle/>
          <a:p>
            <a:r>
              <a:rPr lang="en-US" dirty="0"/>
              <a:t>Increase your confidence, versatility, and toolset in applying programming to solve real world problems</a:t>
            </a:r>
          </a:p>
          <a:p>
            <a:pPr lvl="1"/>
            <a:r>
              <a:rPr lang="en-US" dirty="0"/>
              <a:t>Multiple languages, Multiple platforms </a:t>
            </a:r>
          </a:p>
          <a:p>
            <a:pPr lvl="1"/>
            <a:endParaRPr lang="en-US" dirty="0"/>
          </a:p>
          <a:p>
            <a:r>
              <a:rPr lang="en-US" dirty="0"/>
              <a:t>Explore the myriad of applications of programming in EE </a:t>
            </a:r>
          </a:p>
          <a:p>
            <a:pPr lvl="1"/>
            <a:r>
              <a:rPr lang="en-US" dirty="0"/>
              <a:t>Data acquisition / storage / analysis / visualization</a:t>
            </a:r>
          </a:p>
          <a:p>
            <a:pPr lvl="1"/>
            <a:r>
              <a:rPr lang="en-US" dirty="0"/>
              <a:t>Simulations / optimization</a:t>
            </a:r>
          </a:p>
          <a:p>
            <a:pPr lvl="1"/>
            <a:r>
              <a:rPr lang="en-US" dirty="0"/>
              <a:t>Signal processing / computer vision</a:t>
            </a:r>
          </a:p>
          <a:p>
            <a:pPr lvl="1"/>
            <a:r>
              <a:rPr lang="en-US" dirty="0"/>
              <a:t>Embedded systems programming</a:t>
            </a:r>
          </a:p>
          <a:p>
            <a:pPr lvl="1"/>
            <a:r>
              <a:rPr lang="en-US" dirty="0"/>
              <a:t>Human-Machine Interfaces</a:t>
            </a:r>
          </a:p>
          <a:p>
            <a:pPr lvl="1"/>
            <a:r>
              <a:rPr lang="en-US" dirty="0"/>
              <a:t>Generative AI✨</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168293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B25C2-3878-7011-D99D-AA0AC0655B3F}"/>
              </a:ext>
            </a:extLst>
          </p:cNvPr>
          <p:cNvSpPr>
            <a:spLocks noGrp="1"/>
          </p:cNvSpPr>
          <p:nvPr>
            <p:ph type="title"/>
          </p:nvPr>
        </p:nvSpPr>
        <p:spPr/>
        <p:txBody>
          <a:bodyPr/>
          <a:lstStyle/>
          <a:p>
            <a:r>
              <a:rPr lang="en-US" dirty="0"/>
              <a:t>Pre-requisites</a:t>
            </a:r>
          </a:p>
        </p:txBody>
      </p:sp>
      <p:sp>
        <p:nvSpPr>
          <p:cNvPr id="3" name="Content Placeholder 2">
            <a:extLst>
              <a:ext uri="{FF2B5EF4-FFF2-40B4-BE49-F238E27FC236}">
                <a16:creationId xmlns:a16="http://schemas.microsoft.com/office/drawing/2014/main" id="{610ED89B-2C38-B4A0-EDAC-653CE547C925}"/>
              </a:ext>
            </a:extLst>
          </p:cNvPr>
          <p:cNvSpPr>
            <a:spLocks noGrp="1"/>
          </p:cNvSpPr>
          <p:nvPr>
            <p:ph idx="1"/>
          </p:nvPr>
        </p:nvSpPr>
        <p:spPr/>
        <p:txBody>
          <a:bodyPr>
            <a:normAutofit/>
          </a:bodyPr>
          <a:lstStyle/>
          <a:p>
            <a:r>
              <a:rPr lang="en-US" dirty="0"/>
              <a:t>Basics of how to write, execute, &amp; debug programs</a:t>
            </a:r>
          </a:p>
          <a:p>
            <a:pPr marL="0" indent="0">
              <a:buNone/>
            </a:pPr>
            <a:endParaRPr lang="en-US" dirty="0"/>
          </a:p>
          <a:p>
            <a:r>
              <a:rPr lang="en-US" u="sng" dirty="0"/>
              <a:t>Functional</a:t>
            </a:r>
            <a:r>
              <a:rPr lang="en-US" dirty="0"/>
              <a:t> windows or mac </a:t>
            </a:r>
            <a:r>
              <a:rPr lang="en-US" b="1" dirty="0"/>
              <a:t>laptop</a:t>
            </a:r>
            <a:r>
              <a:rPr lang="en-US" dirty="0"/>
              <a:t> to bring to class</a:t>
            </a:r>
          </a:p>
          <a:p>
            <a:pPr lvl="1"/>
            <a:r>
              <a:rPr lang="en-US" u="sng" dirty="0"/>
              <a:t>Today</a:t>
            </a:r>
            <a:r>
              <a:rPr lang="en-US" dirty="0"/>
              <a:t> is a great time to cleanup/fix/upgrade your laptop and make sure it’s in good shape for the class.  </a:t>
            </a:r>
          </a:p>
          <a:p>
            <a:pPr lvl="1"/>
            <a:endParaRPr lang="en-US" dirty="0"/>
          </a:p>
          <a:p>
            <a:pPr marL="0" indent="0">
              <a:buNone/>
            </a:pPr>
            <a:endParaRPr lang="en-US" dirty="0"/>
          </a:p>
          <a:p>
            <a:r>
              <a:rPr lang="en-US" b="1" dirty="0"/>
              <a:t>No textbook </a:t>
            </a:r>
            <a:r>
              <a:rPr lang="en-US" dirty="0"/>
              <a:t>- Use online resources to supplement class materials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031311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2CA91-8BFB-650B-280E-B4B0D09C5166}"/>
              </a:ext>
            </a:extLst>
          </p:cNvPr>
          <p:cNvSpPr>
            <a:spLocks noGrp="1"/>
          </p:cNvSpPr>
          <p:nvPr>
            <p:ph type="title"/>
          </p:nvPr>
        </p:nvSpPr>
        <p:spPr/>
        <p:txBody>
          <a:bodyPr/>
          <a:lstStyle/>
          <a:p>
            <a:r>
              <a:rPr lang="en-US" dirty="0"/>
              <a:t>Course process</a:t>
            </a:r>
          </a:p>
        </p:txBody>
      </p:sp>
      <p:sp>
        <p:nvSpPr>
          <p:cNvPr id="3" name="Content Placeholder 2">
            <a:extLst>
              <a:ext uri="{FF2B5EF4-FFF2-40B4-BE49-F238E27FC236}">
                <a16:creationId xmlns:a16="http://schemas.microsoft.com/office/drawing/2014/main" id="{B42BF0F7-D5C1-7340-E98D-69CCB0508DE9}"/>
              </a:ext>
            </a:extLst>
          </p:cNvPr>
          <p:cNvSpPr>
            <a:spLocks noGrp="1"/>
          </p:cNvSpPr>
          <p:nvPr>
            <p:ph idx="1"/>
          </p:nvPr>
        </p:nvSpPr>
        <p:spPr/>
        <p:txBody>
          <a:bodyPr>
            <a:normAutofit/>
          </a:bodyPr>
          <a:lstStyle/>
          <a:p>
            <a:r>
              <a:rPr lang="en-US" dirty="0"/>
              <a:t>Lectures and in-class activities, with an emphasis on live-demonstrations</a:t>
            </a:r>
          </a:p>
          <a:p>
            <a:pPr lvl="1"/>
            <a:r>
              <a:rPr lang="en-US" dirty="0"/>
              <a:t>Classroom attendance and participation grade</a:t>
            </a:r>
          </a:p>
          <a:p>
            <a:r>
              <a:rPr lang="en-US" dirty="0"/>
              <a:t>Programming assignments </a:t>
            </a:r>
          </a:p>
          <a:p>
            <a:r>
              <a:rPr lang="en-US" b="1" dirty="0"/>
              <a:t>In-class</a:t>
            </a:r>
            <a:r>
              <a:rPr lang="en-US" dirty="0"/>
              <a:t> quizzes after each mini-project to assess your knowledge</a:t>
            </a:r>
          </a:p>
          <a:p>
            <a:endParaRPr lang="en-US" dirty="0"/>
          </a:p>
          <a:p>
            <a:endParaRPr lang="en-US" dirty="0"/>
          </a:p>
          <a:p>
            <a:endParaRPr lang="en-US" dirty="0"/>
          </a:p>
        </p:txBody>
      </p:sp>
    </p:spTree>
    <p:extLst>
      <p:ext uri="{BB962C8B-B14F-4D97-AF65-F5344CB8AC3E}">
        <p14:creationId xmlns:p14="http://schemas.microsoft.com/office/powerpoint/2010/main" val="967702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48BD-DD5C-2B8D-1F29-975921AE9840}"/>
              </a:ext>
            </a:extLst>
          </p:cNvPr>
          <p:cNvSpPr>
            <a:spLocks noGrp="1"/>
          </p:cNvSpPr>
          <p:nvPr>
            <p:ph type="title"/>
          </p:nvPr>
        </p:nvSpPr>
        <p:spPr/>
        <p:txBody>
          <a:bodyPr/>
          <a:lstStyle/>
          <a:p>
            <a:r>
              <a:rPr lang="en-US" dirty="0"/>
              <a:t>Course Tools</a:t>
            </a:r>
          </a:p>
        </p:txBody>
      </p:sp>
      <p:sp>
        <p:nvSpPr>
          <p:cNvPr id="3" name="Content Placeholder 2">
            <a:extLst>
              <a:ext uri="{FF2B5EF4-FFF2-40B4-BE49-F238E27FC236}">
                <a16:creationId xmlns:a16="http://schemas.microsoft.com/office/drawing/2014/main" id="{B2AA410A-DE01-18CC-8A8B-CE7BAAF7B1CA}"/>
              </a:ext>
            </a:extLst>
          </p:cNvPr>
          <p:cNvSpPr>
            <a:spLocks noGrp="1"/>
          </p:cNvSpPr>
          <p:nvPr>
            <p:ph idx="1"/>
          </p:nvPr>
        </p:nvSpPr>
        <p:spPr/>
        <p:txBody>
          <a:bodyPr>
            <a:normAutofit/>
          </a:bodyPr>
          <a:lstStyle/>
          <a:p>
            <a:r>
              <a:rPr lang="en-US" b="1" dirty="0"/>
              <a:t>ELC</a:t>
            </a:r>
            <a:r>
              <a:rPr lang="en-US" dirty="0"/>
              <a:t> - Where all grades will be posted</a:t>
            </a:r>
          </a:p>
          <a:p>
            <a:r>
              <a:rPr lang="en-US" b="1" dirty="0"/>
              <a:t>Shared One Drive folder</a:t>
            </a:r>
            <a:r>
              <a:rPr lang="en-US" dirty="0"/>
              <a:t> - Where all assignments &amp; materials will be posted</a:t>
            </a:r>
          </a:p>
          <a:p>
            <a:r>
              <a:rPr lang="en-US" b="1" dirty="0"/>
              <a:t>Discord</a:t>
            </a:r>
            <a:r>
              <a:rPr lang="en-US" dirty="0"/>
              <a:t> - Where all announcements will be made, course chat/help, Classy </a:t>
            </a:r>
            <a:r>
              <a:rPr lang="en-US" u="sng" dirty="0"/>
              <a:t>bot</a:t>
            </a:r>
          </a:p>
          <a:p>
            <a:r>
              <a:rPr lang="en-US" b="1" dirty="0"/>
              <a:t>GitHub</a:t>
            </a:r>
            <a:r>
              <a:rPr lang="en-US" dirty="0"/>
              <a:t> - Where all assignment submissions will be made</a:t>
            </a:r>
          </a:p>
          <a:p>
            <a:pPr lvl="1"/>
            <a:r>
              <a:rPr lang="en-US" dirty="0"/>
              <a:t>Each lab is its own repository</a:t>
            </a:r>
            <a:endParaRPr lang="en-US" b="1" dirty="0"/>
          </a:p>
          <a:p>
            <a:pPr lvl="1"/>
            <a:r>
              <a:rPr lang="en-US" dirty="0"/>
              <a:t>Committed work (changes) are expected to be documented regularly.  </a:t>
            </a:r>
          </a:p>
          <a:p>
            <a:endParaRPr lang="en-US" dirty="0"/>
          </a:p>
        </p:txBody>
      </p:sp>
    </p:spTree>
    <p:extLst>
      <p:ext uri="{BB962C8B-B14F-4D97-AF65-F5344CB8AC3E}">
        <p14:creationId xmlns:p14="http://schemas.microsoft.com/office/powerpoint/2010/main" val="464291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A42C0-0863-CD16-48A8-DD8B076F1A3F}"/>
              </a:ext>
            </a:extLst>
          </p:cNvPr>
          <p:cNvSpPr>
            <a:spLocks noGrp="1"/>
          </p:cNvSpPr>
          <p:nvPr>
            <p:ph type="title"/>
          </p:nvPr>
        </p:nvSpPr>
        <p:spPr>
          <a:xfrm>
            <a:off x="377687" y="365125"/>
            <a:ext cx="11439939" cy="1325563"/>
          </a:xfrm>
        </p:spPr>
        <p:txBody>
          <a:bodyPr/>
          <a:lstStyle/>
          <a:p>
            <a:r>
              <a:rPr lang="en-US" dirty="0"/>
              <a:t>Course Software / Development Environments</a:t>
            </a:r>
          </a:p>
        </p:txBody>
      </p:sp>
      <p:sp>
        <p:nvSpPr>
          <p:cNvPr id="3" name="Content Placeholder 2">
            <a:extLst>
              <a:ext uri="{FF2B5EF4-FFF2-40B4-BE49-F238E27FC236}">
                <a16:creationId xmlns:a16="http://schemas.microsoft.com/office/drawing/2014/main" id="{596E3257-204A-5FC3-4121-5AF4F0B467BD}"/>
              </a:ext>
            </a:extLst>
          </p:cNvPr>
          <p:cNvSpPr>
            <a:spLocks noGrp="1"/>
          </p:cNvSpPr>
          <p:nvPr>
            <p:ph idx="1"/>
          </p:nvPr>
        </p:nvSpPr>
        <p:spPr/>
        <p:txBody>
          <a:bodyPr/>
          <a:lstStyle/>
          <a:p>
            <a:r>
              <a:rPr lang="en-US" dirty="0"/>
              <a:t>Visual Studio Code &amp; Python </a:t>
            </a:r>
          </a:p>
          <a:p>
            <a:r>
              <a:rPr lang="en-US" dirty="0"/>
              <a:t>Arduino &amp; C/C++</a:t>
            </a:r>
          </a:p>
        </p:txBody>
      </p:sp>
      <p:pic>
        <p:nvPicPr>
          <p:cNvPr id="2052" name="Picture 4">
            <a:extLst>
              <a:ext uri="{FF2B5EF4-FFF2-40B4-BE49-F238E27FC236}">
                <a16:creationId xmlns:a16="http://schemas.microsoft.com/office/drawing/2014/main" id="{5CF5A61D-5FE9-4150-0D16-CF2180A3BE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082" y="4001294"/>
            <a:ext cx="2014331" cy="201433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rduino Logo PNG Transparent (1) – Brands Logos">
            <a:extLst>
              <a:ext uri="{FF2B5EF4-FFF2-40B4-BE49-F238E27FC236}">
                <a16:creationId xmlns:a16="http://schemas.microsoft.com/office/drawing/2014/main" id="{ADFDD47B-FE2C-5E26-7D15-9939111C1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4627" y="3729625"/>
            <a:ext cx="2284412"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019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036D2-DC95-7C30-9FA5-F737E57B9CD7}"/>
              </a:ext>
            </a:extLst>
          </p:cNvPr>
          <p:cNvSpPr>
            <a:spLocks noGrp="1"/>
          </p:cNvSpPr>
          <p:nvPr>
            <p:ph type="title"/>
          </p:nvPr>
        </p:nvSpPr>
        <p:spPr/>
        <p:txBody>
          <a:bodyPr/>
          <a:lstStyle/>
          <a:p>
            <a:r>
              <a:rPr lang="en-US" dirty="0"/>
              <a:t>Course Hardware</a:t>
            </a:r>
          </a:p>
        </p:txBody>
      </p:sp>
      <p:sp>
        <p:nvSpPr>
          <p:cNvPr id="3" name="Content Placeholder 2">
            <a:extLst>
              <a:ext uri="{FF2B5EF4-FFF2-40B4-BE49-F238E27FC236}">
                <a16:creationId xmlns:a16="http://schemas.microsoft.com/office/drawing/2014/main" id="{CFC76B6D-175B-65A7-63C2-06353E6914A4}"/>
              </a:ext>
            </a:extLst>
          </p:cNvPr>
          <p:cNvSpPr>
            <a:spLocks noGrp="1"/>
          </p:cNvSpPr>
          <p:nvPr>
            <p:ph idx="1"/>
          </p:nvPr>
        </p:nvSpPr>
        <p:spPr>
          <a:xfrm>
            <a:off x="838200" y="1825625"/>
            <a:ext cx="7629939" cy="4351338"/>
          </a:xfrm>
        </p:spPr>
        <p:txBody>
          <a:bodyPr>
            <a:normAutofit fontScale="85000" lnSpcReduction="10000"/>
          </a:bodyPr>
          <a:lstStyle/>
          <a:p>
            <a:r>
              <a:rPr lang="en-US" dirty="0"/>
              <a:t>M5StickCPlus 1/2 for each student in the class </a:t>
            </a:r>
          </a:p>
          <a:p>
            <a:pPr lvl="1"/>
            <a:r>
              <a:rPr lang="en-US" dirty="0"/>
              <a:t>You may need a $1 </a:t>
            </a:r>
            <a:r>
              <a:rPr lang="en-US" dirty="0" err="1"/>
              <a:t>usb</a:t>
            </a:r>
            <a:r>
              <a:rPr lang="en-US" dirty="0"/>
              <a:t>-c to </a:t>
            </a:r>
            <a:r>
              <a:rPr lang="en-US" dirty="0" err="1"/>
              <a:t>usb</a:t>
            </a:r>
            <a:r>
              <a:rPr lang="en-US" dirty="0"/>
              <a:t>-c cable (comes with </a:t>
            </a:r>
            <a:r>
              <a:rPr lang="en-US" dirty="0" err="1"/>
              <a:t>usb</a:t>
            </a:r>
            <a:r>
              <a:rPr lang="en-US" dirty="0"/>
              <a:t>-a to </a:t>
            </a:r>
            <a:r>
              <a:rPr lang="en-US" dirty="0" err="1"/>
              <a:t>usb</a:t>
            </a:r>
            <a:r>
              <a:rPr lang="en-US" dirty="0"/>
              <a:t>-c (or a </a:t>
            </a:r>
            <a:r>
              <a:rPr lang="en-US" dirty="0" err="1"/>
              <a:t>usb</a:t>
            </a:r>
            <a:r>
              <a:rPr lang="en-US" dirty="0"/>
              <a:t>-a adapter)</a:t>
            </a:r>
          </a:p>
          <a:p>
            <a:r>
              <a:rPr lang="en-US" dirty="0"/>
              <a:t>Very capable wearable prototyping platform</a:t>
            </a:r>
          </a:p>
          <a:p>
            <a:pPr lvl="1"/>
            <a:r>
              <a:rPr lang="en-US" dirty="0" err="1"/>
              <a:t>Wifi</a:t>
            </a:r>
            <a:r>
              <a:rPr lang="en-US" dirty="0"/>
              <a:t>/Bluetooth ESP32 (Dual core, 240Mhz)</a:t>
            </a:r>
          </a:p>
          <a:p>
            <a:pPr lvl="1"/>
            <a:r>
              <a:rPr lang="en-US" dirty="0"/>
              <a:t>Display</a:t>
            </a:r>
          </a:p>
          <a:p>
            <a:pPr lvl="1"/>
            <a:r>
              <a:rPr lang="en-US" dirty="0"/>
              <a:t>Accel, Gyro</a:t>
            </a:r>
          </a:p>
          <a:p>
            <a:pPr lvl="1"/>
            <a:r>
              <a:rPr lang="en-US" dirty="0"/>
              <a:t>Microphone</a:t>
            </a:r>
          </a:p>
          <a:p>
            <a:pPr lvl="1"/>
            <a:r>
              <a:rPr lang="en-US" dirty="0"/>
              <a:t>Speaker (buzzer)</a:t>
            </a:r>
          </a:p>
          <a:p>
            <a:pPr lvl="1"/>
            <a:r>
              <a:rPr lang="en-US" dirty="0"/>
              <a:t>Real-time Clock</a:t>
            </a:r>
          </a:p>
          <a:p>
            <a:pPr lvl="1"/>
            <a:r>
              <a:rPr lang="en-US" dirty="0"/>
              <a:t>Battery and Power Management</a:t>
            </a:r>
          </a:p>
          <a:p>
            <a:r>
              <a:rPr lang="en-US" dirty="0"/>
              <a:t>Lose it, break/damage it, and you owe me a new one ($20) before the end of the class (or get an incomplete)</a:t>
            </a:r>
          </a:p>
        </p:txBody>
      </p:sp>
      <p:pic>
        <p:nvPicPr>
          <p:cNvPr id="4" name="Picture 2" descr="M5StickC PLUS2 ESP32 Mini IoT Development Kit">
            <a:extLst>
              <a:ext uri="{FF2B5EF4-FFF2-40B4-BE49-F238E27FC236}">
                <a16:creationId xmlns:a16="http://schemas.microsoft.com/office/drawing/2014/main" id="{A38B2548-0518-7816-1AF5-B271336582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6453" y="3701032"/>
            <a:ext cx="2673823" cy="26738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5StickC PLUS ESP32-PICO Mini IoT Development Kit | m5stack-store">
            <a:extLst>
              <a:ext uri="{FF2B5EF4-FFF2-40B4-BE49-F238E27FC236}">
                <a16:creationId xmlns:a16="http://schemas.microsoft.com/office/drawing/2014/main" id="{3A65CA8B-C794-E627-FBBD-E84D015CB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6453" y="755177"/>
            <a:ext cx="2673823" cy="2673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203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EF98B-21D3-E175-52EE-DBDC00E9F717}"/>
              </a:ext>
            </a:extLst>
          </p:cNvPr>
          <p:cNvSpPr>
            <a:spLocks noGrp="1"/>
          </p:cNvSpPr>
          <p:nvPr>
            <p:ph type="title"/>
          </p:nvPr>
        </p:nvSpPr>
        <p:spPr/>
        <p:txBody>
          <a:bodyPr/>
          <a:lstStyle/>
          <a:p>
            <a:r>
              <a:rPr lang="en-US" dirty="0"/>
              <a:t>Grades</a:t>
            </a:r>
          </a:p>
        </p:txBody>
      </p:sp>
      <p:sp>
        <p:nvSpPr>
          <p:cNvPr id="3" name="Content Placeholder 2">
            <a:extLst>
              <a:ext uri="{FF2B5EF4-FFF2-40B4-BE49-F238E27FC236}">
                <a16:creationId xmlns:a16="http://schemas.microsoft.com/office/drawing/2014/main" id="{9D87F5AF-3E3F-C8D4-B93C-244CFBE23341}"/>
              </a:ext>
            </a:extLst>
          </p:cNvPr>
          <p:cNvSpPr>
            <a:spLocks noGrp="1"/>
          </p:cNvSpPr>
          <p:nvPr>
            <p:ph idx="1"/>
          </p:nvPr>
        </p:nvSpPr>
        <p:spPr/>
        <p:txBody>
          <a:bodyPr>
            <a:normAutofit fontScale="92500" lnSpcReduction="10000"/>
          </a:bodyPr>
          <a:lstStyle/>
          <a:p>
            <a:r>
              <a:rPr lang="en-US" b="1" dirty="0"/>
              <a:t>Assignments</a:t>
            </a:r>
            <a:r>
              <a:rPr lang="en-US" dirty="0"/>
              <a:t> - 60% (later ones worth more)</a:t>
            </a:r>
          </a:p>
          <a:p>
            <a:pPr lvl="1"/>
            <a:r>
              <a:rPr lang="en-US" dirty="0"/>
              <a:t>Used to practice programming and develop deep conceptual understanding</a:t>
            </a:r>
          </a:p>
          <a:p>
            <a:r>
              <a:rPr lang="en-US" b="1" dirty="0"/>
              <a:t>Quizzes </a:t>
            </a:r>
            <a:r>
              <a:rPr lang="en-US" dirty="0"/>
              <a:t>– 30%</a:t>
            </a:r>
          </a:p>
          <a:p>
            <a:pPr lvl="1"/>
            <a:r>
              <a:rPr lang="en-US" dirty="0"/>
              <a:t>Used to ensure that </a:t>
            </a:r>
            <a:r>
              <a:rPr lang="en-US" b="1" dirty="0"/>
              <a:t>you</a:t>
            </a:r>
            <a:r>
              <a:rPr lang="en-US" dirty="0"/>
              <a:t> learned the material (more on this later)</a:t>
            </a:r>
          </a:p>
          <a:p>
            <a:pPr lvl="1"/>
            <a:r>
              <a:rPr lang="en-US" dirty="0"/>
              <a:t>Administered after assignments are due, in-class, closed-book, closed-notes.</a:t>
            </a:r>
          </a:p>
          <a:p>
            <a:r>
              <a:rPr lang="en-US" b="1" dirty="0"/>
              <a:t>Attendance &amp; Participation</a:t>
            </a:r>
            <a:r>
              <a:rPr lang="en-US" dirty="0"/>
              <a:t> - 10%</a:t>
            </a:r>
          </a:p>
          <a:p>
            <a:pPr lvl="1"/>
            <a:r>
              <a:rPr lang="en-US" dirty="0"/>
              <a:t>Check in every class day in discord, during the class period</a:t>
            </a:r>
          </a:p>
          <a:p>
            <a:pPr lvl="1"/>
            <a:r>
              <a:rPr lang="en-US" dirty="0"/>
              <a:t>Answer polls given by the Classy bot in discord</a:t>
            </a:r>
          </a:p>
          <a:p>
            <a:pPr lvl="1"/>
            <a:r>
              <a:rPr lang="en-US" dirty="0"/>
              <a:t>Ask questions in class and in the Discord</a:t>
            </a:r>
          </a:p>
          <a:p>
            <a:r>
              <a:rPr lang="en-US" b="1" dirty="0"/>
              <a:t>Extra Credit</a:t>
            </a:r>
            <a:r>
              <a:rPr lang="en-US" dirty="0"/>
              <a:t> – Up to 5%</a:t>
            </a:r>
          </a:p>
          <a:p>
            <a:pPr lvl="1"/>
            <a:r>
              <a:rPr lang="en-US" dirty="0"/>
              <a:t>Participate in an IRB-approved research study (1% each).     </a:t>
            </a:r>
          </a:p>
          <a:p>
            <a:pPr lvl="2"/>
            <a:endParaRPr lang="en-US" dirty="0"/>
          </a:p>
        </p:txBody>
      </p:sp>
    </p:spTree>
    <p:extLst>
      <p:ext uri="{BB962C8B-B14F-4D97-AF65-F5344CB8AC3E}">
        <p14:creationId xmlns:p14="http://schemas.microsoft.com/office/powerpoint/2010/main" val="17130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6461E-1833-E648-DA10-30EE7D06E862}"/>
              </a:ext>
            </a:extLst>
          </p:cNvPr>
          <p:cNvSpPr>
            <a:spLocks noGrp="1"/>
          </p:cNvSpPr>
          <p:nvPr>
            <p:ph type="title"/>
          </p:nvPr>
        </p:nvSpPr>
        <p:spPr/>
        <p:txBody>
          <a:bodyPr/>
          <a:lstStyle/>
          <a:p>
            <a:r>
              <a:rPr lang="en-US" dirty="0"/>
              <a:t>Assignments</a:t>
            </a:r>
          </a:p>
        </p:txBody>
      </p:sp>
      <p:sp>
        <p:nvSpPr>
          <p:cNvPr id="3" name="Content Placeholder 2">
            <a:extLst>
              <a:ext uri="{FF2B5EF4-FFF2-40B4-BE49-F238E27FC236}">
                <a16:creationId xmlns:a16="http://schemas.microsoft.com/office/drawing/2014/main" id="{8246E998-709F-BA55-2131-87B6171F6411}"/>
              </a:ext>
            </a:extLst>
          </p:cNvPr>
          <p:cNvSpPr>
            <a:spLocks noGrp="1"/>
          </p:cNvSpPr>
          <p:nvPr>
            <p:ph idx="1"/>
          </p:nvPr>
        </p:nvSpPr>
        <p:spPr/>
        <p:txBody>
          <a:bodyPr>
            <a:normAutofit fontScale="92500" lnSpcReduction="20000"/>
          </a:bodyPr>
          <a:lstStyle/>
          <a:p>
            <a:r>
              <a:rPr lang="en-US" dirty="0"/>
              <a:t>Submitted as GitHub repositories</a:t>
            </a:r>
          </a:p>
          <a:p>
            <a:r>
              <a:rPr lang="en-US" dirty="0"/>
              <a:t>Each Assignment will be a separate GitHub repository that you create through a special GitHub classrooms link</a:t>
            </a:r>
          </a:p>
          <a:p>
            <a:pPr lvl="1"/>
            <a:r>
              <a:rPr lang="en-US" dirty="0"/>
              <a:t>This creates a repository that </a:t>
            </a:r>
            <a:r>
              <a:rPr lang="en-US" b="1" dirty="0"/>
              <a:t>I own</a:t>
            </a:r>
            <a:r>
              <a:rPr lang="en-US" dirty="0"/>
              <a:t>, but that </a:t>
            </a:r>
            <a:r>
              <a:rPr lang="en-US" b="1" dirty="0"/>
              <a:t>you have write access to </a:t>
            </a:r>
            <a:r>
              <a:rPr lang="en-US" dirty="0"/>
              <a:t>(but not administrative control)</a:t>
            </a:r>
          </a:p>
          <a:p>
            <a:r>
              <a:rPr lang="en-US" dirty="0"/>
              <a:t>You are expected to have </a:t>
            </a:r>
            <a:r>
              <a:rPr lang="en-US" b="1" dirty="0"/>
              <a:t>multiple</a:t>
            </a:r>
            <a:r>
              <a:rPr lang="en-US" dirty="0"/>
              <a:t>, </a:t>
            </a:r>
            <a:r>
              <a:rPr lang="en-US" b="1" dirty="0"/>
              <a:t>non-trivial</a:t>
            </a:r>
            <a:r>
              <a:rPr lang="en-US" dirty="0"/>
              <a:t> commits for every laboratory (use Git effectively)</a:t>
            </a:r>
          </a:p>
          <a:p>
            <a:r>
              <a:rPr lang="en-US" dirty="0"/>
              <a:t>Every assignment must include a README.md file</a:t>
            </a:r>
          </a:p>
          <a:p>
            <a:pPr lvl="1"/>
            <a:r>
              <a:rPr lang="en-US" dirty="0"/>
              <a:t>Your name &amp; headshot picture </a:t>
            </a:r>
          </a:p>
          <a:p>
            <a:pPr lvl="1"/>
            <a:r>
              <a:rPr lang="en-US" dirty="0"/>
              <a:t>The assignment # and name</a:t>
            </a:r>
          </a:p>
          <a:p>
            <a:pPr lvl="1"/>
            <a:r>
              <a:rPr lang="en-US" dirty="0"/>
              <a:t>An explanation of your solution, especially when there are multiple files/systems</a:t>
            </a:r>
          </a:p>
          <a:p>
            <a:pPr lvl="1"/>
            <a:r>
              <a:rPr lang="en-US" dirty="0"/>
              <a:t>Any additional information requested for the assignment or that you would like us to know</a:t>
            </a:r>
          </a:p>
          <a:p>
            <a:endParaRPr lang="en-US" dirty="0"/>
          </a:p>
          <a:p>
            <a:pPr lvl="1"/>
            <a:endParaRPr lang="en-US" dirty="0"/>
          </a:p>
        </p:txBody>
      </p:sp>
    </p:spTree>
    <p:extLst>
      <p:ext uri="{BB962C8B-B14F-4D97-AF65-F5344CB8AC3E}">
        <p14:creationId xmlns:p14="http://schemas.microsoft.com/office/powerpoint/2010/main" val="1239484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7FA0F-F447-43DB-ED7A-91E55AD56572}"/>
              </a:ext>
            </a:extLst>
          </p:cNvPr>
          <p:cNvSpPr>
            <a:spLocks noGrp="1"/>
          </p:cNvSpPr>
          <p:nvPr>
            <p:ph type="title"/>
          </p:nvPr>
        </p:nvSpPr>
        <p:spPr/>
        <p:txBody>
          <a:bodyPr/>
          <a:lstStyle/>
          <a:p>
            <a:r>
              <a:rPr lang="en-US" dirty="0"/>
              <a:t>Getting Help</a:t>
            </a:r>
            <a:endParaRPr lang="en-US" u="sng" dirty="0"/>
          </a:p>
        </p:txBody>
      </p:sp>
      <p:sp>
        <p:nvSpPr>
          <p:cNvPr id="3" name="Content Placeholder 2">
            <a:extLst>
              <a:ext uri="{FF2B5EF4-FFF2-40B4-BE49-F238E27FC236}">
                <a16:creationId xmlns:a16="http://schemas.microsoft.com/office/drawing/2014/main" id="{B02B30F3-B048-3F78-DCFB-A25297491E4E}"/>
              </a:ext>
            </a:extLst>
          </p:cNvPr>
          <p:cNvSpPr>
            <a:spLocks noGrp="1"/>
          </p:cNvSpPr>
          <p:nvPr>
            <p:ph idx="1"/>
          </p:nvPr>
        </p:nvSpPr>
        <p:spPr/>
        <p:txBody>
          <a:bodyPr>
            <a:normAutofit/>
          </a:bodyPr>
          <a:lstStyle/>
          <a:p>
            <a:pPr marL="0" indent="0">
              <a:buNone/>
            </a:pPr>
            <a:endParaRPr lang="en-US" dirty="0"/>
          </a:p>
          <a:p>
            <a:r>
              <a:rPr lang="en-US" dirty="0"/>
              <a:t>GenAI is probably your best bet nowadays (Gemini/ChatGPT/Grok/Claude)</a:t>
            </a:r>
          </a:p>
          <a:p>
            <a:pPr lvl="1"/>
            <a:r>
              <a:rPr lang="en-US" dirty="0"/>
              <a:t>Yes, you are allowed/encourage to use GenAI.  More on this next slide.</a:t>
            </a:r>
          </a:p>
          <a:p>
            <a:r>
              <a:rPr lang="en-US" dirty="0"/>
              <a:t>Ask me for help</a:t>
            </a:r>
          </a:p>
          <a:p>
            <a:r>
              <a:rPr lang="en-US" dirty="0"/>
              <a:t>Ask for help in Discord</a:t>
            </a:r>
          </a:p>
          <a:p>
            <a:pPr lvl="1"/>
            <a:r>
              <a:rPr lang="en-US" dirty="0"/>
              <a:t>/ask (ask anonymously, or just ask a question)</a:t>
            </a:r>
          </a:p>
          <a:p>
            <a:pPr lvl="1"/>
            <a:r>
              <a:rPr lang="en-US" dirty="0"/>
              <a:t>/join (join a queue for one-on-one help)</a:t>
            </a:r>
          </a:p>
          <a:p>
            <a:r>
              <a:rPr lang="en-US" dirty="0"/>
              <a:t>Ask your classmates for help </a:t>
            </a:r>
          </a:p>
          <a:p>
            <a:endParaRPr lang="en-US" dirty="0"/>
          </a:p>
          <a:p>
            <a:endParaRPr lang="en-US" dirty="0"/>
          </a:p>
        </p:txBody>
      </p:sp>
    </p:spTree>
    <p:extLst>
      <p:ext uri="{BB962C8B-B14F-4D97-AF65-F5344CB8AC3E}">
        <p14:creationId xmlns:p14="http://schemas.microsoft.com/office/powerpoint/2010/main" val="2451735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950A0-9017-C4BF-AAE4-C32BBECCA92A}"/>
              </a:ext>
            </a:extLst>
          </p:cNvPr>
          <p:cNvSpPr>
            <a:spLocks noGrp="1"/>
          </p:cNvSpPr>
          <p:nvPr>
            <p:ph type="title"/>
          </p:nvPr>
        </p:nvSpPr>
        <p:spPr/>
        <p:txBody>
          <a:bodyPr/>
          <a:lstStyle/>
          <a:p>
            <a:r>
              <a:rPr lang="en-US" dirty="0"/>
              <a:t>Generative AI</a:t>
            </a:r>
          </a:p>
        </p:txBody>
      </p:sp>
      <p:sp>
        <p:nvSpPr>
          <p:cNvPr id="3" name="Content Placeholder 2">
            <a:extLst>
              <a:ext uri="{FF2B5EF4-FFF2-40B4-BE49-F238E27FC236}">
                <a16:creationId xmlns:a16="http://schemas.microsoft.com/office/drawing/2014/main" id="{A73832E8-C398-6993-0972-38B5367F2675}"/>
              </a:ext>
            </a:extLst>
          </p:cNvPr>
          <p:cNvSpPr>
            <a:spLocks noGrp="1"/>
          </p:cNvSpPr>
          <p:nvPr>
            <p:ph idx="1"/>
          </p:nvPr>
        </p:nvSpPr>
        <p:spPr/>
        <p:txBody>
          <a:bodyPr>
            <a:normAutofit fontScale="62500" lnSpcReduction="20000"/>
          </a:bodyPr>
          <a:lstStyle/>
          <a:p>
            <a:r>
              <a:rPr lang="en-US" dirty="0"/>
              <a:t>Prohibited Use:</a:t>
            </a:r>
          </a:p>
          <a:p>
            <a:pPr lvl="1"/>
            <a:r>
              <a:rPr lang="en-US" dirty="0"/>
              <a:t>Directly submitting code or entire solutions generated by AI (e.g., by copying and pasting an AI-generated solution into your assignment and submitting it to GitHub) is considered academic dishonesty.</a:t>
            </a:r>
          </a:p>
          <a:p>
            <a:pPr lvl="1"/>
            <a:r>
              <a:rPr lang="en-US" dirty="0"/>
              <a:t>A specific example of prohibited use would be: “Here is my assignment, generate the solution for me.”</a:t>
            </a:r>
          </a:p>
          <a:p>
            <a:pPr lvl="1"/>
            <a:endParaRPr lang="en-US" dirty="0"/>
          </a:p>
          <a:p>
            <a:r>
              <a:rPr lang="en-US" dirty="0"/>
              <a:t>Appropriate Use:</a:t>
            </a:r>
          </a:p>
          <a:p>
            <a:pPr lvl="1"/>
            <a:r>
              <a:rPr lang="en-US" dirty="0"/>
              <a:t>Work incrementally (help you get started and make deliberate modifications towards a solution)</a:t>
            </a:r>
          </a:p>
          <a:p>
            <a:pPr lvl="1"/>
            <a:r>
              <a:rPr lang="en-US" dirty="0"/>
              <a:t>Tests for your code</a:t>
            </a:r>
          </a:p>
          <a:p>
            <a:pPr lvl="1"/>
            <a:r>
              <a:rPr lang="en-US" dirty="0"/>
              <a:t>Comments for your code</a:t>
            </a:r>
          </a:p>
          <a:p>
            <a:pPr lvl="1"/>
            <a:r>
              <a:rPr lang="en-US" dirty="0"/>
              <a:t>Boiler-plate code</a:t>
            </a:r>
          </a:p>
          <a:p>
            <a:pPr lvl="1"/>
            <a:r>
              <a:rPr lang="en-US" dirty="0"/>
              <a:t>Fill in functions</a:t>
            </a:r>
          </a:p>
          <a:p>
            <a:pPr lvl="1"/>
            <a:r>
              <a:rPr lang="en-US" dirty="0"/>
              <a:t>Revise your code in specific ways (add a feature, modify functionality)</a:t>
            </a:r>
          </a:p>
          <a:p>
            <a:pPr lvl="1"/>
            <a:endParaRPr lang="en-US" dirty="0"/>
          </a:p>
          <a:p>
            <a:r>
              <a:rPr lang="en-US" dirty="0"/>
              <a:t>Guidelines:</a:t>
            </a:r>
          </a:p>
          <a:p>
            <a:pPr lvl="1"/>
            <a:r>
              <a:rPr lang="en-US" b="1" dirty="0"/>
              <a:t>Ownership of Work: </a:t>
            </a:r>
            <a:r>
              <a:rPr lang="en-US" dirty="0"/>
              <a:t>The code you submit must reflect your own understanding and effort. AI should assist you in creating excellent programs that you fully understand and have added value to.</a:t>
            </a:r>
          </a:p>
          <a:p>
            <a:pPr lvl="1"/>
            <a:r>
              <a:rPr lang="en-US" b="1" dirty="0"/>
              <a:t>Active Engagement: </a:t>
            </a:r>
            <a:r>
              <a:rPr lang="en-US" dirty="0"/>
              <a:t>Struggling with problems and engaging with material is crucial for your learning. AI can provide insights or suggestions, but the core solution should come from you.  If you had to do it without AI, could you? </a:t>
            </a:r>
          </a:p>
        </p:txBody>
      </p:sp>
    </p:spTree>
    <p:extLst>
      <p:ext uri="{BB962C8B-B14F-4D97-AF65-F5344CB8AC3E}">
        <p14:creationId xmlns:p14="http://schemas.microsoft.com/office/powerpoint/2010/main" val="3432477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5E40-B97F-08FE-1F0D-FEF079C0F435}"/>
              </a:ext>
            </a:extLst>
          </p:cNvPr>
          <p:cNvSpPr>
            <a:spLocks noGrp="1"/>
          </p:cNvSpPr>
          <p:nvPr>
            <p:ph type="title"/>
          </p:nvPr>
        </p:nvSpPr>
        <p:spPr/>
        <p:txBody>
          <a:bodyPr/>
          <a:lstStyle/>
          <a:p>
            <a:r>
              <a:rPr lang="en-US" dirty="0"/>
              <a:t>My office / hours (Boyd 117)</a:t>
            </a:r>
          </a:p>
        </p:txBody>
      </p:sp>
      <p:sp>
        <p:nvSpPr>
          <p:cNvPr id="3" name="Content Placeholder 2">
            <a:extLst>
              <a:ext uri="{FF2B5EF4-FFF2-40B4-BE49-F238E27FC236}">
                <a16:creationId xmlns:a16="http://schemas.microsoft.com/office/drawing/2014/main" id="{328EBCDB-CF3F-7C04-29BD-01941C88AC0E}"/>
              </a:ext>
            </a:extLst>
          </p:cNvPr>
          <p:cNvSpPr>
            <a:spLocks noGrp="1"/>
          </p:cNvSpPr>
          <p:nvPr>
            <p:ph idx="1"/>
          </p:nvPr>
        </p:nvSpPr>
        <p:spPr/>
        <p:txBody>
          <a:bodyPr>
            <a:normAutofit/>
          </a:bodyPr>
          <a:lstStyle/>
          <a:p>
            <a:r>
              <a:rPr lang="en-US" dirty="0"/>
              <a:t>After class Mondays and Wednesdays (till ~ Noon)</a:t>
            </a:r>
          </a:p>
          <a:p>
            <a:pPr lvl="1"/>
            <a:r>
              <a:rPr lang="en-US" dirty="0"/>
              <a:t>Bring your laptop and be ready to show code.  Help each other if waiting. </a:t>
            </a:r>
          </a:p>
          <a:p>
            <a:pPr lvl="1"/>
            <a:r>
              <a:rPr lang="en-US" b="1" dirty="0"/>
              <a:t>Check my lab </a:t>
            </a:r>
            <a:r>
              <a:rPr lang="en-US" dirty="0"/>
              <a:t>(Boyd 164) if I’m not in my office. </a:t>
            </a:r>
          </a:p>
          <a:p>
            <a:pPr lvl="1"/>
            <a:r>
              <a:rPr lang="en-US" dirty="0"/>
              <a:t>Good idea to let me know you are coming.</a:t>
            </a:r>
          </a:p>
          <a:p>
            <a:r>
              <a:rPr lang="en-US" dirty="0"/>
              <a:t>Discord, anytime.  </a:t>
            </a:r>
          </a:p>
          <a:p>
            <a:pPr lvl="1"/>
            <a:r>
              <a:rPr lang="en-US" dirty="0"/>
              <a:t>I’ll generally use the class channel to send you all info, but you are welcome to post your questions here or DM me.</a:t>
            </a:r>
          </a:p>
          <a:p>
            <a:r>
              <a:rPr lang="en-US" dirty="0"/>
              <a:t>Email, anytime </a:t>
            </a:r>
            <a:r>
              <a:rPr lang="en-US" dirty="0">
                <a:hlinkClick r:id="rId2"/>
              </a:rPr>
              <a:t>kjohnsen@uga.edu</a:t>
            </a:r>
            <a:r>
              <a:rPr lang="en-US" dirty="0"/>
              <a:t> </a:t>
            </a:r>
          </a:p>
          <a:p>
            <a:pPr lvl="1"/>
            <a:r>
              <a:rPr lang="en-US" dirty="0"/>
              <a:t>Use this for anything you need to have a reply to, but don’t need right away.</a:t>
            </a:r>
          </a:p>
          <a:p>
            <a:pPr lvl="1"/>
            <a:endParaRPr lang="en-US" dirty="0"/>
          </a:p>
        </p:txBody>
      </p:sp>
    </p:spTree>
    <p:extLst>
      <p:ext uri="{BB962C8B-B14F-4D97-AF65-F5344CB8AC3E}">
        <p14:creationId xmlns:p14="http://schemas.microsoft.com/office/powerpoint/2010/main" val="1695118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18AB-09EE-9120-E94F-9137DA818D3C}"/>
              </a:ext>
            </a:extLst>
          </p:cNvPr>
          <p:cNvSpPr>
            <a:spLocks noGrp="1"/>
          </p:cNvSpPr>
          <p:nvPr>
            <p:ph type="title"/>
          </p:nvPr>
        </p:nvSpPr>
        <p:spPr/>
        <p:txBody>
          <a:bodyPr/>
          <a:lstStyle/>
          <a:p>
            <a:r>
              <a:rPr lang="en-US" dirty="0"/>
              <a:t>Next Steps (wait for me to demo)</a:t>
            </a:r>
          </a:p>
        </p:txBody>
      </p:sp>
      <p:sp>
        <p:nvSpPr>
          <p:cNvPr id="3" name="Content Placeholder 2">
            <a:extLst>
              <a:ext uri="{FF2B5EF4-FFF2-40B4-BE49-F238E27FC236}">
                <a16:creationId xmlns:a16="http://schemas.microsoft.com/office/drawing/2014/main" id="{5D94AC7F-1F5D-49ED-6EF2-C3EA99749B14}"/>
              </a:ext>
            </a:extLst>
          </p:cNvPr>
          <p:cNvSpPr>
            <a:spLocks noGrp="1"/>
          </p:cNvSpPr>
          <p:nvPr>
            <p:ph idx="1"/>
          </p:nvPr>
        </p:nvSpPr>
        <p:spPr/>
        <p:txBody>
          <a:bodyPr>
            <a:normAutofit/>
          </a:bodyPr>
          <a:lstStyle/>
          <a:p>
            <a:r>
              <a:rPr lang="en-US" dirty="0"/>
              <a:t>Join the Discord Server</a:t>
            </a:r>
          </a:p>
          <a:p>
            <a:pPr lvl="1"/>
            <a:r>
              <a:rPr lang="en-US" dirty="0">
                <a:hlinkClick r:id="rId2"/>
              </a:rPr>
              <a:t>https://discord.gg/Nw7j3wSakm</a:t>
            </a:r>
            <a:endParaRPr lang="en-US" dirty="0"/>
          </a:p>
          <a:p>
            <a:pPr lvl="1"/>
            <a:r>
              <a:rPr lang="en-US" dirty="0"/>
              <a:t>Type /register in the #random channel</a:t>
            </a:r>
          </a:p>
          <a:p>
            <a:pPr lvl="1"/>
            <a:r>
              <a:rPr lang="en-US" dirty="0"/>
              <a:t>Follow the instructions - Password for this class is </a:t>
            </a:r>
            <a:r>
              <a:rPr lang="en-US" b="1" dirty="0"/>
              <a:t>vibe</a:t>
            </a:r>
          </a:p>
          <a:p>
            <a:pPr lvl="1"/>
            <a:r>
              <a:rPr lang="en-US" i="1" dirty="0"/>
              <a:t>Make sure you setup the mobile app for notifications!  </a:t>
            </a:r>
          </a:p>
          <a:p>
            <a:r>
              <a:rPr lang="en-US" dirty="0"/>
              <a:t>Install Visual Studio Code (local), or some other IDE</a:t>
            </a:r>
          </a:p>
          <a:p>
            <a:pPr lvl="1"/>
            <a:r>
              <a:rPr lang="en-US" dirty="0"/>
              <a:t>You may want to also install a coding assistant such as copilot, </a:t>
            </a:r>
            <a:r>
              <a:rPr lang="en-US" dirty="0" err="1"/>
              <a:t>gemini</a:t>
            </a:r>
            <a:r>
              <a:rPr lang="en-US" dirty="0"/>
              <a:t>, </a:t>
            </a:r>
            <a:r>
              <a:rPr lang="en-US" dirty="0" err="1"/>
              <a:t>claude</a:t>
            </a:r>
            <a:r>
              <a:rPr lang="en-US" dirty="0"/>
              <a:t>, etc.   </a:t>
            </a:r>
          </a:p>
          <a:p>
            <a:r>
              <a:rPr lang="en-US" dirty="0"/>
              <a:t>Install Arduino (local).  Not needed right away.</a:t>
            </a:r>
          </a:p>
          <a:p>
            <a:endParaRPr lang="en-US" dirty="0"/>
          </a:p>
          <a:p>
            <a:endParaRPr lang="en-US" dirty="0"/>
          </a:p>
          <a:p>
            <a:endParaRPr lang="en-US" dirty="0"/>
          </a:p>
        </p:txBody>
      </p:sp>
      <p:pic>
        <p:nvPicPr>
          <p:cNvPr id="2050" name="Picture 2">
            <a:extLst>
              <a:ext uri="{FF2B5EF4-FFF2-40B4-BE49-F238E27FC236}">
                <a16:creationId xmlns:a16="http://schemas.microsoft.com/office/drawing/2014/main" id="{4A9C322D-32C6-7B97-FA6F-86B8E4952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5497" y="261938"/>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597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903</TotalTime>
  <Words>1009</Words>
  <Application>Microsoft Office PowerPoint</Application>
  <PresentationFormat>Widescreen</PresentationFormat>
  <Paragraphs>122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ELEE 2045</vt:lpstr>
      <vt:lpstr>Objectives for the course</vt:lpstr>
      <vt:lpstr>Pre-requisites</vt:lpstr>
      <vt:lpstr>Course process</vt:lpstr>
      <vt:lpstr>Course Tools</vt:lpstr>
      <vt:lpstr>Course Software / Development Environments</vt:lpstr>
      <vt:lpstr>Course Hardware</vt:lpstr>
      <vt:lpstr>Grades</vt:lpstr>
      <vt:lpstr>Assignments</vt:lpstr>
      <vt:lpstr>Getting Help</vt:lpstr>
      <vt:lpstr>Generative AI</vt:lpstr>
      <vt:lpstr>My office / hours (Boyd 117)</vt:lpstr>
      <vt:lpstr>Next Steps (wait for me to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ELEE 2045</dc:title>
  <dc:creator>Kyle J Johnsen</dc:creator>
  <cp:lastModifiedBy>Kyle J Johnsen</cp:lastModifiedBy>
  <cp:revision>1</cp:revision>
  <dcterms:created xsi:type="dcterms:W3CDTF">2023-01-08T23:42:05Z</dcterms:created>
  <dcterms:modified xsi:type="dcterms:W3CDTF">2026-01-12T00:08:38Z</dcterms:modified>
</cp:coreProperties>
</file>