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5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AAB547-F972-4E07-9C02-BB17457FA704}" v="27" dt="2023-02-27T17:17:09.4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le J Johnsen" userId="dd73adbd-5351-478d-821b-56868881e8c0" providerId="ADAL" clId="{B0AAB547-F972-4E07-9C02-BB17457FA704}"/>
    <pc:docChg chg="undo custSel addSld delSld modSld">
      <pc:chgData name="Kyle J Johnsen" userId="dd73adbd-5351-478d-821b-56868881e8c0" providerId="ADAL" clId="{B0AAB547-F972-4E07-9C02-BB17457FA704}" dt="2023-02-27T18:04:34.508" v="1392" actId="20577"/>
      <pc:docMkLst>
        <pc:docMk/>
      </pc:docMkLst>
      <pc:sldChg chg="modSp mod">
        <pc:chgData name="Kyle J Johnsen" userId="dd73adbd-5351-478d-821b-56868881e8c0" providerId="ADAL" clId="{B0AAB547-F972-4E07-9C02-BB17457FA704}" dt="2023-02-27T15:35:29.993" v="561" actId="20577"/>
        <pc:sldMkLst>
          <pc:docMk/>
          <pc:sldMk cId="1085628216" sldId="259"/>
        </pc:sldMkLst>
        <pc:spChg chg="mod">
          <ac:chgData name="Kyle J Johnsen" userId="dd73adbd-5351-478d-821b-56868881e8c0" providerId="ADAL" clId="{B0AAB547-F972-4E07-9C02-BB17457FA704}" dt="2023-02-27T15:35:29.993" v="561" actId="20577"/>
          <ac:spMkLst>
            <pc:docMk/>
            <pc:sldMk cId="1085628216" sldId="259"/>
            <ac:spMk id="2" creationId="{5F69E287-EDCE-F436-D196-6C106DF83D58}"/>
          </ac:spMkLst>
        </pc:spChg>
      </pc:sldChg>
      <pc:sldChg chg="modSp mod">
        <pc:chgData name="Kyle J Johnsen" userId="dd73adbd-5351-478d-821b-56868881e8c0" providerId="ADAL" clId="{B0AAB547-F972-4E07-9C02-BB17457FA704}" dt="2023-02-27T18:04:34.508" v="1392" actId="20577"/>
        <pc:sldMkLst>
          <pc:docMk/>
          <pc:sldMk cId="2942240047" sldId="260"/>
        </pc:sldMkLst>
        <pc:spChg chg="mod">
          <ac:chgData name="Kyle J Johnsen" userId="dd73adbd-5351-478d-821b-56868881e8c0" providerId="ADAL" clId="{B0AAB547-F972-4E07-9C02-BB17457FA704}" dt="2023-02-27T18:04:34.508" v="1392" actId="20577"/>
          <ac:spMkLst>
            <pc:docMk/>
            <pc:sldMk cId="2942240047" sldId="260"/>
            <ac:spMk id="5" creationId="{B94BA6F3-8F31-0C09-13B8-BA1048EF3993}"/>
          </ac:spMkLst>
        </pc:spChg>
      </pc:sldChg>
      <pc:sldChg chg="modSp mod">
        <pc:chgData name="Kyle J Johnsen" userId="dd73adbd-5351-478d-821b-56868881e8c0" providerId="ADAL" clId="{B0AAB547-F972-4E07-9C02-BB17457FA704}" dt="2023-02-27T15:35:42.998" v="566" actId="20577"/>
        <pc:sldMkLst>
          <pc:docMk/>
          <pc:sldMk cId="927920885" sldId="261"/>
        </pc:sldMkLst>
        <pc:spChg chg="mod">
          <ac:chgData name="Kyle J Johnsen" userId="dd73adbd-5351-478d-821b-56868881e8c0" providerId="ADAL" clId="{B0AAB547-F972-4E07-9C02-BB17457FA704}" dt="2023-02-27T15:35:42.998" v="566" actId="20577"/>
          <ac:spMkLst>
            <pc:docMk/>
            <pc:sldMk cId="927920885" sldId="261"/>
            <ac:spMk id="2" creationId="{A6EC5B82-0A51-F694-28E5-3A5279094ACD}"/>
          </ac:spMkLst>
        </pc:spChg>
      </pc:sldChg>
      <pc:sldChg chg="modSp mod">
        <pc:chgData name="Kyle J Johnsen" userId="dd73adbd-5351-478d-821b-56868881e8c0" providerId="ADAL" clId="{B0AAB547-F972-4E07-9C02-BB17457FA704}" dt="2023-02-27T17:17:56.918" v="1389" actId="20577"/>
        <pc:sldMkLst>
          <pc:docMk/>
          <pc:sldMk cId="2785655700" sldId="262"/>
        </pc:sldMkLst>
        <pc:spChg chg="mod">
          <ac:chgData name="Kyle J Johnsen" userId="dd73adbd-5351-478d-821b-56868881e8c0" providerId="ADAL" clId="{B0AAB547-F972-4E07-9C02-BB17457FA704}" dt="2023-02-27T17:17:56.918" v="1389" actId="20577"/>
          <ac:spMkLst>
            <pc:docMk/>
            <pc:sldMk cId="2785655700" sldId="262"/>
            <ac:spMk id="5" creationId="{460A3702-E472-F5A3-790A-2666B0E2004E}"/>
          </ac:spMkLst>
        </pc:spChg>
      </pc:sldChg>
      <pc:sldChg chg="addSp modSp mod">
        <pc:chgData name="Kyle J Johnsen" userId="dd73adbd-5351-478d-821b-56868881e8c0" providerId="ADAL" clId="{B0AAB547-F972-4E07-9C02-BB17457FA704}" dt="2023-02-27T13:55:21.508" v="121" actId="20577"/>
        <pc:sldMkLst>
          <pc:docMk/>
          <pc:sldMk cId="3419614349" sldId="263"/>
        </pc:sldMkLst>
        <pc:spChg chg="mod">
          <ac:chgData name="Kyle J Johnsen" userId="dd73adbd-5351-478d-821b-56868881e8c0" providerId="ADAL" clId="{B0AAB547-F972-4E07-9C02-BB17457FA704}" dt="2023-02-27T13:55:21.508" v="121" actId="20577"/>
          <ac:spMkLst>
            <pc:docMk/>
            <pc:sldMk cId="3419614349" sldId="263"/>
            <ac:spMk id="3" creationId="{0E44ED2F-1282-7B34-60C0-5B4C6299C763}"/>
          </ac:spMkLst>
        </pc:spChg>
        <pc:spChg chg="add">
          <ac:chgData name="Kyle J Johnsen" userId="dd73adbd-5351-478d-821b-56868881e8c0" providerId="ADAL" clId="{B0AAB547-F972-4E07-9C02-BB17457FA704}" dt="2023-02-27T13:53:05.438" v="28" actId="11529"/>
          <ac:spMkLst>
            <pc:docMk/>
            <pc:sldMk cId="3419614349" sldId="263"/>
            <ac:spMk id="4" creationId="{3A1CA6C1-BE1D-4B26-7253-4ADD8A951DEB}"/>
          </ac:spMkLst>
        </pc:spChg>
        <pc:spChg chg="add mod">
          <ac:chgData name="Kyle J Johnsen" userId="dd73adbd-5351-478d-821b-56868881e8c0" providerId="ADAL" clId="{B0AAB547-F972-4E07-9C02-BB17457FA704}" dt="2023-02-27T13:53:24.749" v="36" actId="13822"/>
          <ac:spMkLst>
            <pc:docMk/>
            <pc:sldMk cId="3419614349" sldId="263"/>
            <ac:spMk id="5" creationId="{A851AFD2-522B-D34E-3FAE-9C015020BD3D}"/>
          </ac:spMkLst>
        </pc:spChg>
        <pc:spChg chg="add mod">
          <ac:chgData name="Kyle J Johnsen" userId="dd73adbd-5351-478d-821b-56868881e8c0" providerId="ADAL" clId="{B0AAB547-F972-4E07-9C02-BB17457FA704}" dt="2023-02-27T13:53:18.540" v="35" actId="13822"/>
          <ac:spMkLst>
            <pc:docMk/>
            <pc:sldMk cId="3419614349" sldId="263"/>
            <ac:spMk id="6" creationId="{EB8965C6-A64F-ED89-5124-B6C4B69E91F3}"/>
          </ac:spMkLst>
        </pc:spChg>
        <pc:spChg chg="add">
          <ac:chgData name="Kyle J Johnsen" userId="dd73adbd-5351-478d-821b-56868881e8c0" providerId="ADAL" clId="{B0AAB547-F972-4E07-9C02-BB17457FA704}" dt="2023-02-27T13:53:46.448" v="38" actId="11529"/>
          <ac:spMkLst>
            <pc:docMk/>
            <pc:sldMk cId="3419614349" sldId="263"/>
            <ac:spMk id="8" creationId="{E67ED5F9-4B65-395D-E2EA-8FD18715B7F4}"/>
          </ac:spMkLst>
        </pc:spChg>
        <pc:inkChg chg="add">
          <ac:chgData name="Kyle J Johnsen" userId="dd73adbd-5351-478d-821b-56868881e8c0" providerId="ADAL" clId="{B0AAB547-F972-4E07-9C02-BB17457FA704}" dt="2023-02-27T13:53:32.865" v="37" actId="9405"/>
          <ac:inkMkLst>
            <pc:docMk/>
            <pc:sldMk cId="3419614349" sldId="263"/>
            <ac:inkMk id="7" creationId="{8241BE1E-DC32-C40C-3658-7FC6EE63CA3E}"/>
          </ac:inkMkLst>
        </pc:inkChg>
      </pc:sldChg>
      <pc:sldChg chg="addSp modSp mod">
        <pc:chgData name="Kyle J Johnsen" userId="dd73adbd-5351-478d-821b-56868881e8c0" providerId="ADAL" clId="{B0AAB547-F972-4E07-9C02-BB17457FA704}" dt="2023-02-27T17:18:13.245" v="1391" actId="1076"/>
        <pc:sldMkLst>
          <pc:docMk/>
          <pc:sldMk cId="3366599598" sldId="264"/>
        </pc:sldMkLst>
        <pc:spChg chg="mod">
          <ac:chgData name="Kyle J Johnsen" userId="dd73adbd-5351-478d-821b-56868881e8c0" providerId="ADAL" clId="{B0AAB547-F972-4E07-9C02-BB17457FA704}" dt="2023-02-27T13:29:45.818" v="22" actId="20577"/>
          <ac:spMkLst>
            <pc:docMk/>
            <pc:sldMk cId="3366599598" sldId="264"/>
            <ac:spMk id="3" creationId="{1D69A9C1-9F86-036D-8B5A-C6DEDF992914}"/>
          </ac:spMkLst>
        </pc:spChg>
        <pc:cxnChg chg="add mod">
          <ac:chgData name="Kyle J Johnsen" userId="dd73adbd-5351-478d-821b-56868881e8c0" providerId="ADAL" clId="{B0AAB547-F972-4E07-9C02-BB17457FA704}" dt="2023-02-27T17:18:13.245" v="1391" actId="1076"/>
          <ac:cxnSpMkLst>
            <pc:docMk/>
            <pc:sldMk cId="3366599598" sldId="264"/>
            <ac:cxnSpMk id="5" creationId="{6AB9CA7D-6050-B89A-68E5-EDD83DB2259E}"/>
          </ac:cxnSpMkLst>
        </pc:cxnChg>
      </pc:sldChg>
      <pc:sldChg chg="new del">
        <pc:chgData name="Kyle J Johnsen" userId="dd73adbd-5351-478d-821b-56868881e8c0" providerId="ADAL" clId="{B0AAB547-F972-4E07-9C02-BB17457FA704}" dt="2023-02-27T13:52:58.441" v="27" actId="47"/>
        <pc:sldMkLst>
          <pc:docMk/>
          <pc:sldMk cId="2436501404" sldId="265"/>
        </pc:sldMkLst>
      </pc:sldChg>
      <pc:sldChg chg="modSp new mod">
        <pc:chgData name="Kyle J Johnsen" userId="dd73adbd-5351-478d-821b-56868881e8c0" providerId="ADAL" clId="{B0AAB547-F972-4E07-9C02-BB17457FA704}" dt="2023-02-27T17:00:10.999" v="1330" actId="20577"/>
        <pc:sldMkLst>
          <pc:docMk/>
          <pc:sldMk cId="2675491713" sldId="265"/>
        </pc:sldMkLst>
        <pc:spChg chg="mod">
          <ac:chgData name="Kyle J Johnsen" userId="dd73adbd-5351-478d-821b-56868881e8c0" providerId="ADAL" clId="{B0AAB547-F972-4E07-9C02-BB17457FA704}" dt="2023-02-27T13:57:52.002" v="413" actId="20577"/>
          <ac:spMkLst>
            <pc:docMk/>
            <pc:sldMk cId="2675491713" sldId="265"/>
            <ac:spMk id="2" creationId="{8EE7811D-D9DE-E697-512E-0C311C3104BF}"/>
          </ac:spMkLst>
        </pc:spChg>
        <pc:spChg chg="mod">
          <ac:chgData name="Kyle J Johnsen" userId="dd73adbd-5351-478d-821b-56868881e8c0" providerId="ADAL" clId="{B0AAB547-F972-4E07-9C02-BB17457FA704}" dt="2023-02-27T17:00:10.999" v="1330" actId="20577"/>
          <ac:spMkLst>
            <pc:docMk/>
            <pc:sldMk cId="2675491713" sldId="265"/>
            <ac:spMk id="3" creationId="{93490DF5-DCB7-4D3B-C51B-8A141728D618}"/>
          </ac:spMkLst>
        </pc:spChg>
      </pc:sldChg>
      <pc:sldChg chg="new del">
        <pc:chgData name="Kyle J Johnsen" userId="dd73adbd-5351-478d-821b-56868881e8c0" providerId="ADAL" clId="{B0AAB547-F972-4E07-9C02-BB17457FA704}" dt="2023-02-27T13:30:16.995" v="25" actId="47"/>
        <pc:sldMkLst>
          <pc:docMk/>
          <pc:sldMk cId="3029253638" sldId="265"/>
        </pc:sldMkLst>
      </pc:sldChg>
      <pc:sldChg chg="addSp delSp modSp new mod">
        <pc:chgData name="Kyle J Johnsen" userId="dd73adbd-5351-478d-821b-56868881e8c0" providerId="ADAL" clId="{B0AAB547-F972-4E07-9C02-BB17457FA704}" dt="2023-02-27T17:17:47.193" v="1385" actId="20577"/>
        <pc:sldMkLst>
          <pc:docMk/>
          <pc:sldMk cId="1551023486" sldId="266"/>
        </pc:sldMkLst>
        <pc:spChg chg="mod">
          <ac:chgData name="Kyle J Johnsen" userId="dd73adbd-5351-478d-821b-56868881e8c0" providerId="ADAL" clId="{B0AAB547-F972-4E07-9C02-BB17457FA704}" dt="2023-02-27T16:00:41.896" v="662" actId="20577"/>
          <ac:spMkLst>
            <pc:docMk/>
            <pc:sldMk cId="1551023486" sldId="266"/>
            <ac:spMk id="2" creationId="{FBCEC027-F0EB-2EC5-36B1-FEE5AEDC1617}"/>
          </ac:spMkLst>
        </pc:spChg>
        <pc:spChg chg="del">
          <ac:chgData name="Kyle J Johnsen" userId="dd73adbd-5351-478d-821b-56868881e8c0" providerId="ADAL" clId="{B0AAB547-F972-4E07-9C02-BB17457FA704}" dt="2023-02-27T16:54:11.229" v="670" actId="478"/>
          <ac:spMkLst>
            <pc:docMk/>
            <pc:sldMk cId="1551023486" sldId="266"/>
            <ac:spMk id="3" creationId="{DA134E66-BCD0-645B-D777-63B99DBB955F}"/>
          </ac:spMkLst>
        </pc:spChg>
        <pc:spChg chg="add mod">
          <ac:chgData name="Kyle J Johnsen" userId="dd73adbd-5351-478d-821b-56868881e8c0" providerId="ADAL" clId="{B0AAB547-F972-4E07-9C02-BB17457FA704}" dt="2023-02-27T17:17:47.193" v="1385" actId="20577"/>
          <ac:spMkLst>
            <pc:docMk/>
            <pc:sldMk cId="1551023486" sldId="266"/>
            <ac:spMk id="5" creationId="{2A5D65A8-C847-5C5A-D8CF-5411E8DBB3B5}"/>
          </ac:spMkLst>
        </pc:spChg>
      </pc:sldChg>
      <pc:sldChg chg="addSp delSp modSp new mod">
        <pc:chgData name="Kyle J Johnsen" userId="dd73adbd-5351-478d-821b-56868881e8c0" providerId="ADAL" clId="{B0AAB547-F972-4E07-9C02-BB17457FA704}" dt="2023-02-27T17:17:51.207" v="1387" actId="20577"/>
        <pc:sldMkLst>
          <pc:docMk/>
          <pc:sldMk cId="4187074237" sldId="267"/>
        </pc:sldMkLst>
        <pc:spChg chg="mod">
          <ac:chgData name="Kyle J Johnsen" userId="dd73adbd-5351-478d-821b-56868881e8c0" providerId="ADAL" clId="{B0AAB547-F972-4E07-9C02-BB17457FA704}" dt="2023-02-27T17:00:21.731" v="1349" actId="20577"/>
          <ac:spMkLst>
            <pc:docMk/>
            <pc:sldMk cId="4187074237" sldId="267"/>
            <ac:spMk id="2" creationId="{BC43940C-C5F0-B5B9-4642-0E9E4DF132FA}"/>
          </ac:spMkLst>
        </pc:spChg>
        <pc:spChg chg="del">
          <ac:chgData name="Kyle J Johnsen" userId="dd73adbd-5351-478d-821b-56868881e8c0" providerId="ADAL" clId="{B0AAB547-F972-4E07-9C02-BB17457FA704}" dt="2023-02-27T17:14:27.731" v="1359" actId="478"/>
          <ac:spMkLst>
            <pc:docMk/>
            <pc:sldMk cId="4187074237" sldId="267"/>
            <ac:spMk id="3" creationId="{A37115AA-CEBC-1F0C-47AB-62787DED8B0E}"/>
          </ac:spMkLst>
        </pc:spChg>
        <pc:spChg chg="add mod">
          <ac:chgData name="Kyle J Johnsen" userId="dd73adbd-5351-478d-821b-56868881e8c0" providerId="ADAL" clId="{B0AAB547-F972-4E07-9C02-BB17457FA704}" dt="2023-02-27T17:17:51.207" v="1387" actId="20577"/>
          <ac:spMkLst>
            <pc:docMk/>
            <pc:sldMk cId="4187074237" sldId="267"/>
            <ac:spMk id="5" creationId="{A2234DDA-0830-3C57-B840-6724D89A20C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7T13:53:32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1839 24575,'0'1'0,"1"0"0,-1 0 0,1 0 0,0 1 0,-1-1 0,1 0 0,0 0 0,0 0 0,0-1 0,0 1 0,0 0 0,0 0 0,0 0 0,0-1 0,0 1 0,0 0 0,1-1 0,-1 1 0,0-1 0,0 0 0,1 1 0,-1-1 0,0 0 0,0 0 0,1 0 0,-1 1 0,0-1 0,1-1 0,-1 1 0,0 0 0,2-1 0,42-4 0,-36 2 0,-1-2 0,0 1 0,0-1 0,0 0 0,-1 0 0,0-1 0,0 0 0,0-1 0,-1 1 0,0-1 0,0-1 0,0 1 0,-1-1 0,0 0 0,6-16 0,4-11 0,-1-1 0,13-60 0,-3 8 0,-13 58 0,0 0 0,2 1 0,1 1 0,1 0 0,34-46 0,-45 71 0,-1-1 0,1 1 0,0 0 0,0 0 0,0 0 0,0 1 0,1-1 0,-1 1 0,1 0 0,-1 0 0,1 1 0,0-1 0,-1 1 0,1 0 0,0 1 0,9-1 0,6 0 0,0 1 0,34 6 0,-51-6 0,5 3 0,0 0 0,0 0 0,0 1 0,0 0 0,-1 0 0,1 1 0,-1 0 0,0 0 0,-1 1 0,12 12 0,22 16 0,-35-30 0,1 0 0,0 0 0,0-1 0,0 0 0,0 0 0,0-1 0,0 1 0,1-2 0,-1 1 0,1 0 0,10 0 0,-13-2 0,-1-1 0,1 1 0,-1-1 0,1 0 0,-1 0 0,0 0 0,0 0 0,1-1 0,-1 1 0,0-1 0,0 0 0,0 0 0,-1 0 0,1 0 0,0-1 0,-1 1 0,1-1 0,-1 1 0,0-1 0,0 0 0,0 0 0,0 0 0,-1 0 0,3-4 0,11-29 0,-1 0 0,-2 0 0,-2-1 0,11-74 0,-11 55 0,22-72 0,-26 111 0,1 0 0,0 0 0,1 0 0,1 1 0,0 0 0,1 1 0,1 0 0,15-16 0,-10 14 0,1-2 0,1 1 0,35-28 0,-45 41 0,0 0 0,1 0 0,-1 1 0,1 0 0,0 1 0,0-1 0,0 2 0,1-1 0,-1 1 0,19-1 0,62 5 0,-70 0 0,1-1 0,-1-1 0,1 0 0,35-7 0,-47 4 0,-1-1 0,1 0 0,-1 0 0,1-1 0,-2 0 0,1 0 0,0-1 0,-1 0 0,0 0 0,0-1 0,7-9 0,12-16 0,26-41 0,-46 63 0,26-40 0,-3-1 0,-2-2 0,37-105 0,-62 153-124,0-1 0,0 1 0,0 1 0,0-1 0,1 0 0,0 0-1,0 1 1,0 0 0,1-1 0,5-5 0,3 1-6702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EEDC6-39A2-FB0B-08EE-543D3A9B68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E88BF1-9F6E-E761-9FD9-DE2215D980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59C41B-3F9F-6DEA-4053-8D8094EBB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DCCD2E-8276-E930-0569-8F176FDA0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08357-83EB-6E01-B9AE-16FCEB689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113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77FA1-6803-5DB5-4B91-69001C619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52C18-8D56-BEFF-7075-D66FDE58E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C4407-93B2-CA18-171F-D6C8484A8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BF12F-0446-D023-256E-BB8AAC115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61836-834F-EAF0-6E69-C75EC2791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44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AAA3-CDA5-E97C-4FAC-D71B877B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A1613-32D3-3FFE-D24F-96BA4A748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AC7374-06B4-C739-5F53-B657AB0C2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E79B1-5568-0CC5-FDDB-D4AF69E1A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C12B9-C035-0D71-0315-4A5E183B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450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C4EAF-9E66-8AB6-5991-3CD607D1C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282B1-F70E-FC11-AA7B-758133EE1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AE2783-B901-8185-4274-79E3ACA223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0F4DF-2418-7FFA-7B00-9BA3E9B70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971E73-D19C-3647-83B0-F66F39443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AFE263-C56D-D957-3A9E-C65417713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4003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DC1C-E2C9-4B1C-135A-8006B355ED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5CF6FF-E5E5-D2B8-B18B-CBAEBDDB47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FD211E-97BC-CDA9-3852-38738B522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B22AE-884A-4BF5-D437-24F46A3C02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EA37DD-8B53-7C30-B5E5-A00B9B267D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A517E1-5AB5-426C-1432-9237C46D0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340920-F4F1-C5CD-ACB0-C4440B0D8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00A95D-5200-99BF-FEF9-A86D21597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860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C30AD-ABAB-19CF-5584-CF72ECAE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43AA30-B5C3-4053-0920-8D2A7CDA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1D843E-860B-8EEA-19BB-DABDB68E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0E129B-DADF-E3BE-AF04-7576C9A4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212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67E4C-1775-1B05-5184-94B7733D8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173946-5D16-F9A0-155D-48812656F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3085E9-F1B5-DF25-15AF-18EFE339D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063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51A16-25D6-EDFF-282C-BA293E0C2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FFD0F-D9F3-C372-11A5-ADE09705D6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7B135-B505-FC92-747A-822B1E8EAD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EBBEAC-6A68-6B63-05C4-D8BD934CA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305D8-29FC-CE8C-203B-1C37791B6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5A8F7-FC8D-833F-1283-9110B9A0D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106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D0B16-DC2A-E9A4-E596-036B8E0CE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18522D-358F-FAC2-A231-F03815AC4A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EC6F99-955C-88F4-C04D-222D17BAA8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17E914-D994-A8E2-A106-617F41438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DF868B-04A3-1ACA-961D-0E3F8027C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1ACD44-109B-A3C1-148B-57245AC63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9602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5D984-67F2-6202-4C86-6CE2848E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6859D-BBB2-E81A-8D08-E49FEA7A8B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68C0D-6127-2F35-FBC8-E79967DDF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951EB-F43F-6128-ABCC-C0502D913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4EA840-D7F3-3570-05DC-B753CF196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660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A113DE-CE4E-C3AB-76A3-73E0A77A78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00F84-79B1-067E-D44B-BC7BDB64FB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A83E7-1E89-4713-CA2E-159CE23D5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3348E-794D-6DC2-DE93-85F33BF07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202B4-BE1D-F586-E93C-C73CF5CF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600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088256-BC0A-ABC4-5CAB-30B55F56F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E34C2F-CC5A-3EC5-064F-E67C5395C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D078B-1E23-A14D-E666-125A6BFF77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C4314-8721-4A3C-B0E9-2332C559A707}" type="datetimeFigureOut">
              <a:rPr lang="en-US" smtClean="0"/>
              <a:t>2/27/2023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BCDA5-8C9B-32A9-30CD-F458473EF5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CBBD2-D397-62E6-AC8A-C218D8B64D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4886C-8093-4D59-8232-D0DAA2C941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267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FF1D-CFAF-6533-578A-B00784A79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Simulations and Real-time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F1348-CA27-36E8-C2D7-10767483468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ELEE 2045</a:t>
            </a:r>
          </a:p>
        </p:txBody>
      </p:sp>
    </p:spTree>
    <p:extLst>
      <p:ext uri="{BB962C8B-B14F-4D97-AF65-F5344CB8AC3E}">
        <p14:creationId xmlns:p14="http://schemas.microsoft.com/office/powerpoint/2010/main" val="371295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C9FC6-4B8E-D8DE-0410-7BF6D7FB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and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22EBF-9E19-FFAB-7A99-F1D7461EC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State</a:t>
            </a:r>
            <a:r>
              <a:rPr lang="en-US" dirty="0"/>
              <a:t> - The information that fully represents an entity at an </a:t>
            </a:r>
            <a:r>
              <a:rPr lang="en-US" b="1" dirty="0"/>
              <a:t>instant</a:t>
            </a:r>
            <a:r>
              <a:rPr lang="en-US" dirty="0"/>
              <a:t> in time</a:t>
            </a:r>
          </a:p>
          <a:p>
            <a:pPr lvl="1"/>
            <a:r>
              <a:rPr lang="en-US" dirty="0"/>
              <a:t>Can be represented by a state vector, X, of values</a:t>
            </a:r>
          </a:p>
          <a:p>
            <a:pPr lvl="1"/>
            <a:r>
              <a:rPr lang="en-US" dirty="0"/>
              <a:t>Example (Physics) - Position, Velocity, Mass</a:t>
            </a:r>
          </a:p>
          <a:p>
            <a:r>
              <a:rPr lang="en-US" b="1" dirty="0"/>
              <a:t>Behavior</a:t>
            </a:r>
            <a:r>
              <a:rPr lang="en-US" dirty="0"/>
              <a:t> - How the state is propagated as a function of a small unit of </a:t>
            </a:r>
            <a:r>
              <a:rPr lang="en-US" b="1" dirty="0"/>
              <a:t>time (∆t)</a:t>
            </a:r>
            <a:r>
              <a:rPr lang="en-US" dirty="0"/>
              <a:t>, as well as </a:t>
            </a:r>
            <a:r>
              <a:rPr lang="en-US" b="1" dirty="0"/>
              <a:t>inputs</a:t>
            </a:r>
            <a:r>
              <a:rPr lang="en-US" dirty="0"/>
              <a:t> during that time</a:t>
            </a:r>
          </a:p>
          <a:p>
            <a:pPr lvl="1"/>
            <a:r>
              <a:rPr lang="en-US" dirty="0"/>
              <a:t>Behavior is X</a:t>
            </a:r>
            <a:r>
              <a:rPr lang="en-US" baseline="-25000" dirty="0"/>
              <a:t>t+∆t </a:t>
            </a:r>
            <a:r>
              <a:rPr lang="en-US" dirty="0"/>
              <a:t>= f(X</a:t>
            </a:r>
            <a:r>
              <a:rPr lang="en-US" baseline="-25000" dirty="0"/>
              <a:t>t</a:t>
            </a:r>
            <a:r>
              <a:rPr lang="en-US" dirty="0"/>
              <a:t>,Input(t+∆t),</a:t>
            </a:r>
            <a:r>
              <a:rPr lang="en-US" b="1" dirty="0"/>
              <a:t> </a:t>
            </a:r>
            <a:r>
              <a:rPr lang="en-US" dirty="0"/>
              <a:t>∆t)</a:t>
            </a:r>
          </a:p>
          <a:p>
            <a:pPr lvl="1"/>
            <a:r>
              <a:rPr lang="en-US" dirty="0"/>
              <a:t>Example (Physics)</a:t>
            </a:r>
          </a:p>
          <a:p>
            <a:pPr lvl="2"/>
            <a:r>
              <a:rPr lang="en-US" dirty="0"/>
              <a:t>Acceleration = AppliedForce/Mass (note that AppliedForce is Input)</a:t>
            </a:r>
          </a:p>
          <a:p>
            <a:pPr lvl="2"/>
            <a:r>
              <a:rPr lang="en-US" dirty="0"/>
              <a:t>Velocity = Velocity + Acceleration*</a:t>
            </a:r>
            <a:r>
              <a:rPr lang="en-US" b="1" dirty="0"/>
              <a:t> </a:t>
            </a:r>
            <a:r>
              <a:rPr lang="en-US" dirty="0"/>
              <a:t>∆t</a:t>
            </a:r>
          </a:p>
          <a:p>
            <a:pPr lvl="2"/>
            <a:r>
              <a:rPr lang="en-US" dirty="0"/>
              <a:t>Position = Position + Velocity * ∆t</a:t>
            </a:r>
            <a:r>
              <a:rPr lang="en-US" b="1" dirty="0"/>
              <a:t>  </a:t>
            </a:r>
            <a:r>
              <a:rPr lang="en-US" dirty="0"/>
              <a:t>+</a:t>
            </a:r>
            <a:r>
              <a:rPr lang="en-US" b="1" dirty="0"/>
              <a:t> </a:t>
            </a:r>
            <a:r>
              <a:rPr lang="en-US" dirty="0"/>
              <a:t>½*Acceleration * ∆t * ∆t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169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F760-2572-4FC7-92E2-EE87F38EE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F5EE4-B1E6-A9C1-B9A6-2B69E4235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Simulation is process of updating the state of an entity over time according to a </a:t>
            </a:r>
            <a:r>
              <a:rPr lang="en-US" b="1" dirty="0"/>
              <a:t>ticking </a:t>
            </a:r>
            <a:r>
              <a:rPr lang="en-US" dirty="0"/>
              <a:t>clock</a:t>
            </a:r>
          </a:p>
          <a:p>
            <a:pPr lvl="1"/>
            <a:r>
              <a:rPr lang="en-US" dirty="0"/>
              <a:t>Update with each clock tick</a:t>
            </a:r>
          </a:p>
          <a:p>
            <a:pPr lvl="1"/>
            <a:r>
              <a:rPr lang="en-US" dirty="0"/>
              <a:t>Technically any updated variable will do (not only time simulation)</a:t>
            </a:r>
          </a:p>
          <a:p>
            <a:endParaRPr lang="en-US" b="1" dirty="0"/>
          </a:p>
          <a:p>
            <a:r>
              <a:rPr lang="en-US" b="1" dirty="0"/>
              <a:t>Real-time</a:t>
            </a:r>
            <a:r>
              <a:rPr lang="en-US" dirty="0"/>
              <a:t> simulation uses the </a:t>
            </a:r>
            <a:r>
              <a:rPr lang="en-US" b="1" dirty="0"/>
              <a:t>wall clock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Stated another way: </a:t>
            </a:r>
            <a:r>
              <a:rPr lang="en-US" b="1" dirty="0"/>
              <a:t>simulation is effectively integration </a:t>
            </a:r>
          </a:p>
          <a:p>
            <a:pPr lvl="1"/>
            <a:r>
              <a:rPr lang="en-US" dirty="0"/>
              <a:t>Generally, there is no analytical solution (why?)</a:t>
            </a:r>
          </a:p>
        </p:txBody>
      </p:sp>
    </p:spTree>
    <p:extLst>
      <p:ext uri="{BB962C8B-B14F-4D97-AF65-F5344CB8AC3E}">
        <p14:creationId xmlns:p14="http://schemas.microsoft.com/office/powerpoint/2010/main" val="574566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9E287-EDCE-F436-D196-6C106DF83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simulation in python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6CE9F9-8F1F-E45F-C4A5-930A609C8CB6}"/>
              </a:ext>
            </a:extLst>
          </p:cNvPr>
          <p:cNvSpPr txBox="1"/>
          <p:nvPr/>
        </p:nvSpPr>
        <p:spPr>
          <a:xfrm>
            <a:off x="2165685" y="1622569"/>
            <a:ext cx="7695697" cy="39703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starting position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velocity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force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mass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state to visualize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.0001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time delta to simulate for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do the state update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force to acceleration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position update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velocity update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move the clock forward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62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F9EF0-DDAF-183D-3566-7A211F15E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it real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BA6F3-8F31-0C09-13B8-BA1048EF3993}"/>
              </a:ext>
            </a:extLst>
          </p:cNvPr>
          <p:cNvSpPr txBox="1"/>
          <p:nvPr/>
        </p:nvSpPr>
        <p:spPr>
          <a:xfrm>
            <a:off x="2148890" y="1467223"/>
            <a:ext cx="7894219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starting position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velocity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force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mass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perf_counter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print the state to visualize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t_next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perf_counter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t_next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t_next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do the state update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force to acceleration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.5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position update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+= 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en-US" b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velocity update</a:t>
            </a:r>
            <a:endParaRPr lang="en-US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22400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5B82-0A51-F694-28E5-3A5279094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it more visual with Pygame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6F66E-C191-B1C5-F8F4-28269C56E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Pygame is a low level real-time graphics engine</a:t>
            </a:r>
          </a:p>
          <a:p>
            <a:pPr lvl="1"/>
            <a:r>
              <a:rPr lang="en-US" dirty="0"/>
              <a:t>Mostly 2D graphics</a:t>
            </a:r>
          </a:p>
          <a:p>
            <a:pPr lvl="1"/>
            <a:r>
              <a:rPr lang="en-US" dirty="0"/>
              <a:t>pip install pygame (or conda, but be wary of version (pygame1 vs 2)</a:t>
            </a:r>
          </a:p>
          <a:p>
            <a:r>
              <a:rPr lang="en-US" dirty="0"/>
              <a:t>Central concepts</a:t>
            </a:r>
          </a:p>
          <a:p>
            <a:pPr lvl="1"/>
            <a:r>
              <a:rPr lang="en-US" dirty="0"/>
              <a:t>Event Loop - Gathers all Keyboard/Mouse/Joystick/Window events that have occurred </a:t>
            </a:r>
          </a:p>
          <a:p>
            <a:pPr lvl="1"/>
            <a:r>
              <a:rPr lang="en-US" dirty="0"/>
              <a:t>Surface - An abstraction of a canvas that contains some graphics (pixel data)</a:t>
            </a:r>
          </a:p>
          <a:p>
            <a:pPr lvl="2"/>
            <a:r>
              <a:rPr lang="en-US" dirty="0"/>
              <a:t>2D rectangle (top left corner coordinate, width x height)</a:t>
            </a:r>
          </a:p>
          <a:p>
            <a:pPr lvl="2"/>
            <a:r>
              <a:rPr lang="en-US" dirty="0"/>
              <a:t>Surfaces are images</a:t>
            </a:r>
          </a:p>
          <a:p>
            <a:pPr lvl="2"/>
            <a:r>
              <a:rPr lang="en-US" dirty="0"/>
              <a:t>You can draw into surfaces (lines, polygons), including other surfaces (</a:t>
            </a:r>
            <a:r>
              <a:rPr lang="en-US" dirty="0" err="1"/>
              <a:t>blitting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Every window contains a main surface</a:t>
            </a:r>
          </a:p>
          <a:p>
            <a:pPr lvl="2"/>
            <a:r>
              <a:rPr lang="en-US" dirty="0"/>
              <a:t>What you see is a </a:t>
            </a:r>
            <a:r>
              <a:rPr lang="en-US" b="1" dirty="0"/>
              <a:t>composition of surfaces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920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F87F-D0FB-6D30-DEAE-5C6AEBC86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Pygame Template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A3702-E472-F5A3-790A-2666B0E2004E}"/>
              </a:ext>
            </a:extLst>
          </p:cNvPr>
          <p:cNvSpPr txBox="1"/>
          <p:nvPr/>
        </p:nvSpPr>
        <p:spPr>
          <a:xfrm>
            <a:off x="609600" y="1580023"/>
            <a:ext cx="11201400" cy="36009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must do this</a:t>
            </a: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set_mode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800,600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size of window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               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RESIZABLE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high dpi monitors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               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vsync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window at screen refresh rate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many events are possible (see https://www.pygame.org/docs/ref/event.html) 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the event that happens when the window close button is clicked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will end the loop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forces the entire screen to update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#ends pygame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85655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3178-7352-4004-C0C2-F702BBE72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Pygame Drawing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4ED2F-1282-7B34-60C0-5B4C6299C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Surface functions</a:t>
            </a:r>
          </a:p>
          <a:p>
            <a:pPr lvl="1"/>
            <a:r>
              <a:rPr lang="en-US" dirty="0"/>
              <a:t>fill (can be used to clear the screen)</a:t>
            </a:r>
          </a:p>
          <a:p>
            <a:pPr lvl="1"/>
            <a:r>
              <a:rPr lang="en-US" dirty="0" err="1"/>
              <a:t>blit</a:t>
            </a:r>
            <a:r>
              <a:rPr lang="en-US" dirty="0"/>
              <a:t> (can be used to draw a surface into another surface</a:t>
            </a:r>
          </a:p>
          <a:p>
            <a:r>
              <a:rPr lang="en-US" dirty="0"/>
              <a:t>Images (</a:t>
            </a:r>
            <a:r>
              <a:rPr lang="en-US" dirty="0" err="1"/>
              <a:t>pygame.image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load -&gt; Surface</a:t>
            </a:r>
          </a:p>
          <a:p>
            <a:r>
              <a:rPr lang="en-US" dirty="0"/>
              <a:t>Shape Drawing (</a:t>
            </a:r>
            <a:r>
              <a:rPr lang="en-US" dirty="0" err="1"/>
              <a:t>pygame.draw</a:t>
            </a:r>
            <a:r>
              <a:rPr lang="en-US" dirty="0"/>
              <a:t>) into a surface</a:t>
            </a:r>
          </a:p>
          <a:p>
            <a:pPr lvl="1"/>
            <a:r>
              <a:rPr lang="en-US" dirty="0" err="1"/>
              <a:t>rect</a:t>
            </a:r>
            <a:r>
              <a:rPr lang="en-US" dirty="0"/>
              <a:t>, polygon, circle, ellipse, arc, line, </a:t>
            </a:r>
            <a:r>
              <a:rPr lang="en-US" dirty="0" err="1"/>
              <a:t>aaline</a:t>
            </a:r>
            <a:r>
              <a:rPr lang="en-US" dirty="0"/>
              <a:t>, etc.</a:t>
            </a:r>
          </a:p>
          <a:p>
            <a:r>
              <a:rPr lang="en-US" dirty="0"/>
              <a:t>Surface Transformation (</a:t>
            </a:r>
            <a:r>
              <a:rPr lang="en-US" dirty="0" err="1"/>
              <a:t>pygame.transform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flip, scale, rotate, etc.</a:t>
            </a:r>
          </a:p>
          <a:p>
            <a:pPr lvl="1"/>
            <a:r>
              <a:rPr lang="en-US" dirty="0"/>
              <a:t>Note that these generally result in a new surface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CA6C1-BE1D-4B26-7253-4ADD8A951DEB}"/>
              </a:ext>
            </a:extLst>
          </p:cNvPr>
          <p:cNvSpPr/>
          <p:nvPr/>
        </p:nvSpPr>
        <p:spPr>
          <a:xfrm>
            <a:off x="9116704" y="975815"/>
            <a:ext cx="2470245" cy="28250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51AFD2-522B-D34E-3FAE-9C015020BD3D}"/>
              </a:ext>
            </a:extLst>
          </p:cNvPr>
          <p:cNvSpPr/>
          <p:nvPr/>
        </p:nvSpPr>
        <p:spPr>
          <a:xfrm>
            <a:off x="9251951" y="1196691"/>
            <a:ext cx="1099875" cy="12578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8965C6-A64F-ED89-5124-B6C4B69E91F3}"/>
              </a:ext>
            </a:extLst>
          </p:cNvPr>
          <p:cNvSpPr/>
          <p:nvPr/>
        </p:nvSpPr>
        <p:spPr>
          <a:xfrm>
            <a:off x="10454185" y="2731833"/>
            <a:ext cx="609600" cy="697167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8241BE1E-DC32-C40C-3658-7FC6EE63CA3E}"/>
                  </a:ext>
                </a:extLst>
              </p14:cNvPr>
              <p14:cNvContentPartPr/>
              <p14:nvPr/>
            </p14:nvContentPartPr>
            <p14:xfrm>
              <a:off x="9512307" y="1439667"/>
              <a:ext cx="682560" cy="668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8241BE1E-DC32-C40C-3658-7FC6EE63CA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503667" y="1430667"/>
                <a:ext cx="700200" cy="68652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E67ED5F9-4B65-395D-E2EA-8FD18715B7F4}"/>
              </a:ext>
            </a:extLst>
          </p:cNvPr>
          <p:cNvSpPr/>
          <p:nvPr/>
        </p:nvSpPr>
        <p:spPr>
          <a:xfrm>
            <a:off x="10645254" y="3029803"/>
            <a:ext cx="232012" cy="21154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614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EC027-F0EB-2EC5-36B1-FEE5AEDC1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Pygame Drawing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5D65A8-C847-5C5A-D8CF-5411E8DBB3B5}"/>
              </a:ext>
            </a:extLst>
          </p:cNvPr>
          <p:cNvSpPr txBox="1"/>
          <p:nvPr/>
        </p:nvSpPr>
        <p:spPr>
          <a:xfrm>
            <a:off x="248652" y="1559777"/>
            <a:ext cx="11694695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must do this</a:t>
            </a:r>
            <a:endParaRPr lang="en-US" sz="1200" dirty="0">
              <a:solidFill>
                <a:srgbClr val="D4D4D4"/>
              </a:solidFill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set_mode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size of window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               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RESIZABLE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high dpi monitors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               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vsync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window at screen refresh rate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"myimage.jpeg"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image as a surface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many events are possible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the event that happens when the window close button is clicked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will end the loop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"#FF0000"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draw a red circle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draw the image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forces the entire screen to update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#ends pygame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5510234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7811D-D9DE-E697-512E-0C311C310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90DF5-DCB7-4D3B-C51B-8A141728D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pygame.time</a:t>
            </a:r>
            <a:r>
              <a:rPr lang="en-US" dirty="0"/>
              <a:t> contains a “clock”</a:t>
            </a:r>
          </a:p>
          <a:p>
            <a:pPr lvl="1"/>
            <a:r>
              <a:rPr lang="en-US" dirty="0"/>
              <a:t>clock can tick as fast as possible or at a specified frequency (Hz)</a:t>
            </a:r>
          </a:p>
          <a:p>
            <a:pPr lvl="1"/>
            <a:r>
              <a:rPr lang="en-US" dirty="0"/>
              <a:t>Alternative to doing your own timing</a:t>
            </a:r>
          </a:p>
          <a:p>
            <a:endParaRPr lang="en-US" dirty="0"/>
          </a:p>
          <a:p>
            <a:r>
              <a:rPr lang="en-US" dirty="0"/>
              <a:t>Computer generated motion is an illusion (at least on a typical monitor)</a:t>
            </a:r>
          </a:p>
          <a:p>
            <a:pPr lvl="1"/>
            <a:r>
              <a:rPr lang="en-US" dirty="0"/>
              <a:t>Motion picture is a better term</a:t>
            </a:r>
          </a:p>
          <a:p>
            <a:pPr lvl="1"/>
            <a:r>
              <a:rPr lang="en-US" dirty="0"/>
              <a:t>Sequences of images displayed faster than your eye can easily integrate</a:t>
            </a:r>
          </a:p>
          <a:p>
            <a:pPr lvl="2"/>
            <a:r>
              <a:rPr lang="en-US" dirty="0"/>
              <a:t>Higher is better, but 60Hz is about the slowest you ever want to go</a:t>
            </a:r>
          </a:p>
        </p:txBody>
      </p:sp>
    </p:spTree>
    <p:extLst>
      <p:ext uri="{BB962C8B-B14F-4D97-AF65-F5344CB8AC3E}">
        <p14:creationId xmlns:p14="http://schemas.microsoft.com/office/powerpoint/2010/main" val="2675491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3940C-C5F0-B5B9-4642-0E9E4DF13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Pygame with motion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234DDA-0830-3C57-B840-6724D89A20CB}"/>
              </a:ext>
            </a:extLst>
          </p:cNvPr>
          <p:cNvSpPr txBox="1"/>
          <p:nvPr/>
        </p:nvSpPr>
        <p:spPr>
          <a:xfrm>
            <a:off x="525439" y="1337441"/>
            <a:ext cx="10515600" cy="544764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must do this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clock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Clock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used to hold the current time and tick forward the simulation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set_mode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],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size of window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               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flags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SCALED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|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RESIZABLE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high dpi monitors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                         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vsync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window at screen refresh rate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image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load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"headshot_square.jpeg"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image as a surface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circle_location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must be defined outside of the loop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many events are possible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():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the event that happens when the window close button is clicked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: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will end the loop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running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clock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tick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ticks forward a certain amount of millisecond (as fast as possible)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circle_location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] +=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will move at 1/10 pixels / millisecond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fill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"#000000"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clear the main surface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draw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"#FF0000"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circle_location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draw a red circle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main_surface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blit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sprite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,[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200</a:t>
            </a:r>
            <a:r>
              <a:rPr lang="en-US" sz="1200" dirty="0">
                <a:solidFill>
                  <a:srgbClr val="D4D4D4"/>
                </a:solidFill>
                <a:latin typeface="Consolas" panose="020B0609020204030204" pitchFamily="49" charset="0"/>
              </a:rPr>
              <a:t>]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draw the image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forces the entire screen to update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display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flip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#ends pygame</a:t>
            </a:r>
            <a:endParaRPr lang="en-US" sz="1200" b="0" dirty="0">
              <a:solidFill>
                <a:srgbClr val="D4D4D4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pygame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quit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187074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1233-4BFB-4949-BA1D-BC96FD2EE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69A9C1-9F86-036D-8B5A-C6DEDF9929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pygame.math.Vector2</a:t>
            </a:r>
          </a:p>
          <a:p>
            <a:endParaRPr lang="en-US" dirty="0"/>
          </a:p>
          <a:p>
            <a:r>
              <a:rPr lang="en-US" dirty="0"/>
              <a:t>All major vector operations</a:t>
            </a:r>
          </a:p>
          <a:p>
            <a:pPr lvl="1"/>
            <a:r>
              <a:rPr lang="en-US" dirty="0"/>
              <a:t>add, subtract, scale, dot, cross, magnitude, normalize</a:t>
            </a:r>
          </a:p>
          <a:p>
            <a:pPr lvl="1"/>
            <a:endParaRPr lang="en-US" dirty="0"/>
          </a:p>
          <a:p>
            <a:r>
              <a:rPr lang="en-US" dirty="0"/>
              <a:t>Interesting ones</a:t>
            </a:r>
          </a:p>
          <a:p>
            <a:pPr lvl="1"/>
            <a:r>
              <a:rPr lang="en-US" dirty="0"/>
              <a:t>reflect, rotate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AB9CA7D-6050-B89A-68E5-EDD83DB2259E}"/>
              </a:ext>
            </a:extLst>
          </p:cNvPr>
          <p:cNvCxnSpPr>
            <a:cxnSpLocks/>
          </p:cNvCxnSpPr>
          <p:nvPr/>
        </p:nvCxnSpPr>
        <p:spPr>
          <a:xfrm flipV="1">
            <a:off x="3200400" y="635533"/>
            <a:ext cx="1460311" cy="7847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599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1210</TotalTime>
  <Words>1382</Words>
  <Application>Microsoft Office PowerPoint</Application>
  <PresentationFormat>Widescreen</PresentationFormat>
  <Paragraphs>157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Consolas</vt:lpstr>
      <vt:lpstr>Office Theme</vt:lpstr>
      <vt:lpstr>Simulations and Real-time Programming</vt:lpstr>
      <vt:lpstr>State and Behavior</vt:lpstr>
      <vt:lpstr>Simulation</vt:lpstr>
      <vt:lpstr>A simulation in python</vt:lpstr>
      <vt:lpstr>Making it real time</vt:lpstr>
      <vt:lpstr>Making it more visual with Pygame</vt:lpstr>
      <vt:lpstr>Pygame Template</vt:lpstr>
      <vt:lpstr>Pygame Drawing basics</vt:lpstr>
      <vt:lpstr>Pygame Drawing</vt:lpstr>
      <vt:lpstr>Motion</vt:lpstr>
      <vt:lpstr>Pygame with motion</vt:lpstr>
      <vt:lpstr>Vectors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Simulations and Real-time Programming</dc:title>
  <dc:creator>Kyle J Johnsen</dc:creator>
  <cp:lastModifiedBy>Kyle J Johnsen</cp:lastModifiedBy>
  <cp:revision>1</cp:revision>
  <dcterms:created xsi:type="dcterms:W3CDTF">2023-02-26T19:58:04Z</dcterms:created>
  <dcterms:modified xsi:type="dcterms:W3CDTF">2023-02-27T18:04:45Z</dcterms:modified>
</cp:coreProperties>
</file>